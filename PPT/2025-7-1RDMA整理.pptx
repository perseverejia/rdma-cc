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60" r:id="rId6"/>
    <p:sldId id="259" r:id="rId7"/>
    <p:sldId id="265" r:id="rId8"/>
    <p:sldId id="266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46:49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3155.000 6130.000 767,'-6.178'0.000'0,"-1.740"0.471"-4,0.927 1.284 4,-3.125 2.491-4,3.901-1.400 2,-3.944 1.365 2,0.034-1.017-2,1.474-1.427 3,-2.545-0.488 0,4.093-0.820-1,0.395-0.183 0,0.600-0.137-2,-4.043-0.122 1,2.193-0.167 2,-0.377-0.067 1,0.833 0.822 1,-0.517 1.242-3,-0.534 0.354-1,-0.136-0.102 0,0.688-0.467 0,1.524-0.651 0,-0.844-0.432 2,0.060-0.430 2,-0.050-0.162-2,0.268-0.040-3,0.348 0.003 2,-0.774 0.010 1,0.603 0.038-2,0.119 0.017 2,-1.115 2.708-1,0.384 2.058 2,-0.295 0.868-5,2.433-1.300 2,1.069 0.166 1,4.868 1.689-1,-0.485 0.192 3,1.148 0.083 2,2.758-1.759-6,1.900 1.539 1,-2.640-0.753 1,0.371 0.454 0,0.521 0.120-1,1.489 1.206 0,1.381 0.900 0,-1.003-2.069 1,-0.188-1.505-1,0.778-1.151 1,-0.848-1.763 2,2.329 0.775 0,-2.692 0.820-2,3.983 4.228-1,-3.186-2.276-1,-0.029-0.224 1,-0.257-0.556 0,1.617 0.446-1,-1.768-2.287 2,1.948 0.824 1,-2.201-1.038 2,2.327 1.258-2,-2.028-0.682-1,-0.339-0.155 0,3.959 1.762-1,-3.008-1.769 0,-0.193 0.560 1,-0.016 0.415 1,-0.355-0.208 1,0.345-2.232-3,-0.176-1.534 3,0.223 0.191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6:03:05"/>
    </inkml:context>
    <inkml:brush xml:id="br0">
      <inkml:brushProperty name="width" value="0.0529194456206428" units="cm"/>
      <inkml:brushProperty name="height" value="0.0529194456206428" units="cm"/>
      <inkml:brushProperty name="color" value="#2daf49"/>
      <inkml:brushProperty name="ignorePressure" value="0"/>
    </inkml:brush>
  </inkml:definitions>
  <inkml:trace contextRef="#ctx0" brushRef="#br0">2053.000 8666.000 767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28:4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2464.575 8636.417 767,'-6.171'0.000'0,"1.024"-3.373"-4,4.800-6.796 2,0.157-1.717 0,0.113 3.498 0,0.014-1.850 0,0.020-0.259-1,0.016 0.162 2,0.012-0.230-1,0.009-0.219 1,0.006 0.021 0,0.004 0.187 0,0.003 0.289 0,0.003-0.831 0,0.000 1.030 0,0.000 1.132 2,-0.002 1.810-1,-0.001 0.395 1,-0.001 0.221 3,-0.001-0.056-2,-0.001 0.167-1,-0.001-0.566-1,-0.001 0.790 1,0.000-3.609 1,-0.002 3.024-1,-0.001 0.267-1,0.000-1.940 3,0.000-1.138-1,0.000 3.080-3,0.000-3.900 0,0.294-2.518-2,0.461 5.625 2,0.534 0.636 1,0.812-2.041-1,0.941 0.056 0,1.374 0.151 3,0.208-2.672 1,-2.743 4.412-3,-0.339-0.923-2,-0.330-0.909 0,-0.301-0.795 1,-0.260-0.664 0,-0.214-0.091 0,-0.169 0.285 0,-0.136 2.271 1,-0.064 0.287-1,-0.049 0.007 1,-0.036-0.193 1,0.481-2.892 1,0.788 0.385-1,0.854 0.054-2,0.818 0.918 0,-0.674 3.007 1,2.097-4.576 1,-1.888 4.644 1,1.252-3.978-1,-1.516 1.668 0,-1.244 1.095 1,-0.544-1.461-1,-0.395-1.167-1,-0.090 2.541-1,-0.025-0.984 0,0.005 0.593 0,0.004 0.193 1,0.010 0.402-2,0.009 0.078 1,0.015 0.587 0,-0.011-3.100 3,0.032 0.188 0,1.193-0.047-1,0.449 0.994-1,0.159-0.099-1,-0.049 0.340 1,-0.260 0.404-2,0.269-3.837 0,-0.941 4.133 2,-0.078-1.352 3,-0.161-0.094-3,-0.123-0.258-1,-0.135 0.749-2,-0.107 0.926 1,-0.082 0.978 1,-0.067-3.712 3,-0.129 2.718-1,-0.124 1.126 2,0.128-0.112 2,0.102-1.022-3,-0.002-0.859-2,0.000-3.082-2,0.000 0.421-1,0.000 1.813 2,0.000 0.910 1,0.000 0.336 1,0.000-2.294 2,0.000 0.914-5,0.000-0.717 3,0.000-0.296-4,0.000 1.353 4,0.000 1.437 0,0.000-0.731-1,0.000 1.310 1,0.000-0.974 1,0.000-1.771 0,0.000-1.058-5,0.000 0.742 2,0.000 1.037-1,0.000-0.045 2,0.000 0.593 1,0.000-1.802-1,0.000 0.190-1,0.000 3.175 1,0.000-0.143-1,0.000-4.782 0,0.000 3.511 1,0.000-0.158 0,0.000 1.914 0,0.000 0.067 0,0.000-1.903-1,0.000 0.443-1,0.000 0.545 2,0.864-1.139 1,1.919-1.667 0,1.574 1.600 3,0.611-0.467-5,-0.709 0.119 2,-1.537 1.115-1,-0.869-0.365 0,-0.573-1.854-1,-0.709-0.637 1,-0.382 0.129-1,-0.191 2.665 2,-0.061 0.154-1,-0.034 0.373-2,-0.015-0.915 2,0.809 0.021-1,0.881-2.996 1,0.016 4.500 0,0.591 0.696 0,2.201-3.565 2,-1.115 4.524-2,2.471-2.621 1,1.681-1.901-1,-3.914 4.177 0,-0.301-0.300 1,0.041-0.411-1,-0.133 0.384-2,2.580-4.116 0,-0.354-0.886 3,0.013-0.697 1,-1.674 4.343-2,0.420 0.173-1,0.365 0.166-1,0.309 0.154 1,-0.005-0.098 0,0.307-0.884-1,-0.498 0.063 3,0.105-0.745-1,-0.780 1.130 1,-0.717 1.299 0,1.447-2.078-1,-0.398 3.107 1,1.091 1.849 4,1.320-6.929-1,-2.057 3.139-6,0.627-0.678-1,-1.370 2.152 1,0.187-0.406 1,1.933-2.192-1,1.278-0.783-2,0.286 0.652 4,-2.623 2.760-1,1.505-1.636 2,-0.136 0.146-2,0.173 0.421 1,0.079 0.599 0,0.008 0.694 3,0.227 0.513-2,-0.326 0.813-3,-0.409 0.761 4,-0.445 0.685-1,2.624-1.483-1,-2.335 1.159 0,3.778-1.440 6,-3.110 1.585-7,-0.177 0.842 1,-0.006 2.125-1,-0.281-0.476 4,1.199-0.060-1,4.495-1.950-3,-3.875-1.146 0,0.542-1.558-1,0.507-0.890-2,0.505-0.938 2,0.433-0.362-2,0.408 0.064 2,0.065 0.366 1,-0.182 0.563 1,0.354 0.306 0,-0.700 0.853-1,-0.804 0.847 2,0.717 0.259-1,-1.821 1.083 1,-1.768 0.877 0,1.656 0.216 1,-1.832 3.269 1,1.046-3.853 1,2.121-2.734 0,-2.378 0.885-3,1.039-1.083-4,1.804-1.656 0,0.345-0.669 2,-3.185 2.409-2,2.685-1.916-1,0.379-0.463 4,0.090 0.012-1,-0.121 0.348-1,2.314-1.228 5,-1.449 1.290-4,-1.688 1.360 0,-1.695 1.291 0,-1.559 1.142 2,1.923-0.337 0,-1.129 2.477 2,-0.028 2.652 4,-1.522-7.746 0,-3.939-1.522-6,-0.660 0.577-3,2.804 0.537 1,2.760-1.620 1,1.933-1.410-2,-1.901 3.363 0,-0.263 0.734 0,-0.597 0.906 2,2.828-1.664-2,-1.169 2.254 3,-0.582 4.330-1,-0.092-0.231 4,-0.017-0.292 0,-4.325-6.098-2,-0.904 0.015-2,5.227 6.265-1,1.143-0.182 1,-0.801 0.000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28:4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3028.575 6942.417 767,'0.000'-6.598'0,"8.606"2.879"-4,-0.308 3.221 3,-1.054 0.273-1,0.941 0.117-1,0.682 0.076 4,0.211 0.043-1,1.066 0.024-1,-0.212 0.008 0,-1.751-0.007 1,-1.445-0.010-1,1.995-0.006 2,-0.800-0.016 2,-1.665-0.006-2,3.133-0.001-1,0.932-0.001-3,-1.919 0.000 3,-2.031 0.002-1,0.444 0.000 0,0.125 0.000 5,0.646 0.000-2,0.167 0.000-3,-0.709 0.000 0,-0.658 0.000 5,0.542 0.000-5,-13.271 0.000 2,-0.014 0.000 0,-1.165 1.084 0,-0.595 7.117-6,1.388 0.842 3,-3.461 8.090-3,4.464-4.799 2,-0.531 3.112 0,0.169 0.826 0,3.470-8.980 1,-2.727 8.238 0,1.427-3.770-1,0.177-0.078 3,0.238-0.052-1,0.279-0.204-1,0.304-0.316 1,-0.410 3.021 7,0.556-0.869-9,-0.045 2.641 2,0.853-2.844 5,0.689-2.883-3,0.529-2.649 0,0.296 1.145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28:5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3443.575 5848.417 767,'-7.473'0.000'0,"1.469"-0.183"-4,-1.582-0.719 2,1.134-1.704 1,1.632-2.131 0,-1.414-0.983 1,0.541 2.130 1,-1.632-2.446-1,0.764-0.908 0,-3.567-4.189-3,3.583 3.928 1,0.258 0.341 1,0.449 0.573-1,-1.343-1.175-1,-1.672-0.448 2,0.240 0.118 5,4.231 3.473-1,0.105-0.108-4,-2.917-4.829 1,3.655 4.159 0,0.051-0.040 1,0.228 0.054 0,-2.191-4.704-2,1.134 0.621-2,-0.605-1.841 7,2.273 5.209-5,-2.276-4.342 0,0.584 2.237 0,0.852 2.484 0,-1.013-0.582 1,0.771 0.199 2,-0.569-5.552 2,2.081 4.801-5,-0.320 0.609 1,-3.283-4.150-1,0.088 2.356 2,1.440 1.498-1,0.734-1.119 0,-0.651-1.389 0,-2.409-3.216 0,2.832 4.706-2,-0.476-0.690 1,-0.347-0.174 0,-0.492-0.780 0,0.158-0.168 3,0.536 0.217-3,0.226 0.385 0,0.020 0.453-1,0.654 1.647 3,0.091 0.605 0,0.087 0.599 0,-2.924-3.391 0,0.439 1.620-1,0.621 1.013 0,1.181-0.156 1,0.512-1.416 1,-1.160-1.649-1,-1.195-1.207-3,2.867 5.017 2,-2.096-4.508-2,1.207-0.361 1,1.920 2.004 2,0.238-0.498 2,-0.576 0.473-2,0.124 1.542-1,-0.119-1.633-1,1.035 2.357 1,0.234 0.002 1,-1.142-5.560-2,-0.922 3.153 1,-2.118-2.049-1,0.129 0.688 0,1.160 1.319 1,1.191 0.874-1,0.843-0.436 2,0.720-0.620 1,0.377-0.185-2,-1.135-0.029-1,-1.222 1.758 1,-1.430-0.666 1,0.190 0.269-1,1.219 0.017 0,0.283-4.227 0,1.875 4.801 1,0.031-3.163-3,0.489-0.708 1,0.364 0.585 1,-1.653-0.778 1,-0.685 4.317-1,-2.138-3.152 0,0.644 1.908-1,0.568-0.394 0,1.623 2.321 2,0.313-0.294 0,-0.276-3.729-1,1.039 3.786-1,0.176-0.181 1,0.149-0.004 0,0.124 0.124 0,0.099 0.191 0,0.073-5.306-1,0.115 5.321 1,0.118-5.183 0,-0.007 1.467 1,0.010-1.946 0,-0.188 4.259-2,-0.188 0.806 1,-0.842-3.430 0,-0.754 4.114 0,-2.096 0.919 1,1.691-2.817 5,1.201 0.531-7,0.397-2.452-1,0.504 3.650 1,0.056-0.615 1,0.039-0.121 0,0.026 0.204-1,0.016 0.397-1,0.030-2.917 2,-0.003 1.261-1,-0.363-0.728 2,-1.366-0.053 2,-3.041-4.817-5,1.505 5.357 1,0.146 0.278 1,0.496 0.813-1,0.384 0.319 0,-0.273-2.999-1,0.585-2.113 6,0.868 0.652-3,0.658 4.276-2,0.124-0.242-1,0.099-0.096 2,0.076-0.010 0,0.056 0.051 0,0.040-0.143 0,0.026-0.040 0,0.015 0.036-1,0.006 0.199 1,0.000 0.305 0,-0.005 0.366 1,-0.008 0.000-1,-0.009 0.045-1,-0.010 0.075 1,-0.010 0.070 1,-0.010 0.063 0,-0.009 0.078 0,-0.008 0.085-1,-0.007-0.220-1,-0.006-0.050 1,-0.005 0.074 0,-0.004 0.158 1,-0.003-5.683-1,-0.007 0.665-1,-0.003 0.142 1,0.000 1.063 1,0.001-0.778-1,0.004 4.316 0,0.000-0.355 0,0.000 0.500 0,0.000-4.448 0,0.001 2.105 1,0.001-1.835 1,0.000-0.009-1,0.000 2.512-1,0.000-1.664-3,0.000 3.329 4,0.000-0.148 0,0.000-4.093-2,0.000 2.141 1,0.000-3.015 0,0.000 0.826 0,0.000 0.911-1,0.000-0.335 1,0.000 2.102 0,0.000 1.836 1,0.000-1.735 1,0.000-1.331-1,0.000-0.533-2,0.000-1.610-2,0.000-2.457 1,0.000 6.995 2,0.000-6.144-1,0.000 5.054 1,0.000-1.270 0,0.000 0.359 0,0.000 0.560 0,0.000 0.334-2,0.000 1.047 0,0.000-3.637 3,0.000 3.435 1,0.000 0.900 0,0.000-0.228 1,0.270-0.886 1,1.605-3.916-5,-0.171 3.327 0,0.661-3.264-2,-0.466 2.118 2,1.300 0.023 2,-0.811 3.054-3,-0.138 0.219 3,1.286-4.383 1,-1.309 1.715-2,-1.011 0.536 0,-0.761 1.431 0,0.705-1.161 1,1.182 0.036 0,2.005-4.005-1,-0.367 1.282-1,1.085-2.395-2,-1.271 3.527 1,0.078 0.280 0,0.001 0.530 1,-1.102 2.816 0,0.393-0.109 1,2.732-4.301-1,-2.080 4.026-1,1.481-2.060 4,-0.101-0.249 2,1.688-1.700-5,-1.993 3.166-1,0.076 0.198 2,0.832-0.679 1,0.097 0.243-2,0.310 0.495 2,-0.072 0.086-1,0.225-0.209-1,0.618-0.939 1,-0.535 0.025 0,-1.684 1.917 3,-0.162 0.404-3,1.196-0.645-1,-0.066 0.882 0,-0.423 0.669 1,0.185 0.291 3,0.156 0.389-2,1.912-0.375 0,-0.306 0.805-1,-0.489 0.751-1,1.743 0.102 1,2.683 0.709 0,-1.932 1.105 2,-1.916 0.549-1,0.060 0.375-1,-0.823 0.024 1,-0.458-0.467 0,1.391-0.117 1,-1.064-0.008-2,-0.320 0.006-2,1.431 0.009 3,-1.123 0.003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28:5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3120.575 3925.417 767,'6.020'0.000'0,"1.013"0.000"-4,0.995 0.000 3,1.648 0.000 0,1.910 0.000 0,-4.845 0.000 0,-0.364 0.000-1,4.674 0.000-1,-3.319 0.000 2,-0.892 0.000 1,0.454 0.000 4,1.678 0.000-2,1.385 0.000-3,-0.436 0.000 0,-2.041 1.149 0,2.890 2.856 0,-4.522-1.150 2,-0.144 0.002 0,2.947 1.074-3,-1.826-1.406 0,-0.090-0.494 1,3.792 1.842 4,-5.286-1.282-2,1.683 1.268-1,-0.711-0.102 0,-0.922-0.383-1,2.829 1.764-1,-3.208-2.125 1,0.693-1.164 2,0.194-2.275 11,-0.057 0.073-14,-12.289 0.325 4,-0.280 3.365-2,-1.266 2.553-3,2.391-1.811 1,-1.610 4.261-1,3.828-3.003 3,-0.853 3.719 0,-0.811 2.347-1,2.383-5.302-1,-1.232 4.725 3,-1.337 0.501-1,-0.427-1.706-1,1.506-3.485 4,0.522-0.609-4,2.968 1.967 0,-1.332-1.638 5,-2.184 4.271-3,1.005-3.752-3,-0.392 0.857 1,-0.125 0.835 0,-0.335 1.608-1,0.283 0.156-1,0.696-0.907 2,-0.406 1.780 0,0.142-1.077 0,0.043-1.398 1,0.147-1.119 0,0.391-1.297 1,-1.121 2.728 1,1.374-1.848 3,1.372-0.338-3,0.751-0.137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29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4836.575 3902.417 767,'6.109'0.000'0,"0.593"0.000"-4,0.470 0.000 3,2.404 0.000 0,0.432 0.000-1,-2.137 0.000 0,-1.073 0.000 1,-0.215 0.000 2,4.571 0.000 0,-3.303 0.000-4,-1.112 0.000 3,0.612 0.000 0,1.908 0.000 6,1.394 0.000-8,-0.657 0.000 1,1.997 0.000-2,-4.707 0.000 2,-0.834 0.000 0,3.594 0.000 1,-3.375 0.000 0,0.019 0.000 0,0.511 0.000 5,0.268 0.000-2,-0.561 0.000-4,0.999 0.000 0,2.289 0.000 0,-1.441 0.000 1,2.685 0.000-1,-1.830 0.000 2,2.708 0.000-2,-5.005 0.000 2,1.525 0.000-3,0.243 0.000 0,0.949 0.405 1,-0.372 0.635-2,-0.772 0.329 4,-0.972 0.110-2,-1.028-0.039 1,-0.988-0.131 0,2.774 0.597 2,-1.649-0.728-1,0.924-0.417 3,1.259-0.371-3,1.310-0.262-1,-1.090-0.127-2,3.518 0.819 0,-5.498 0.163 1,5.782 2.144 3,-5.686-0.874-3,-0.107 0.076-1,-0.144-0.055 1,-0.273-0.147 1,-0.352-0.205 0,-0.392-0.236-1,-0.009-0.248 1,0.216-0.244 1,0.132-0.230 0,0.065-0.209 0,0.250-0.185 1,0.417-0.159-1,0.469-0.132-2,0.532 0.458 0,0.503 0.292 0,2.342 0.506 1,-0.520 0.046-1,-0.897-0.087 0,-1.073-0.166 0,-0.623-0.144 0,-1.111-0.242 1,-0.960-0.228-1,2.185 0.981 5,2.170 2.012 1,-0.514 0.596-4,-3.600-1.242-1,0.501 0.160-2,0.604 0.528 0,0.602 0.199 2,1.528 0.598-2,-0.346-0.332 0,-0.688-0.491 3,-0.870-0.565-2,-0.936-0.578 0,-0.919-0.549 1,2.894 0.401-1,-1.166-0.555 2,0.643 1.859 10,-2.634-1.188-10,3.594-0.466-2,-2.594-1.505 1,4.516 0.288-1,-3.895 0.101-1,0.295 0.492 0,0.146 0.541 1,1.147 0.729 1,-0.392 0.087-3,-0.556-0.122 1,1.688 0.434 2,-2.610-0.829 1,-0.189 0.253 0,2.630 2.180 1,1.380 1.752 0,-5.016-3.277-3,5.279 1.620 3,-3.705-2.500-3,2.921 0.225 0,-1.445-0.062 3,-0.068 0.539-5,1.113 0.818 2,-0.799-0.163 1,-0.931-0.409-3,2.879 0.732 3,-4.284-2.094 2,-0.541-0.500 0,4.811 0.196 2,-3.656-0.306-4,4.550 2.069 0,-5.067-1.126 0,0.620 0.619 0,0.664 0.872-2,2.544 2.034-1,-0.010 0.684 3,2.673 1.434-2,-4.525-2.969 1,-0.519-0.535-1,-0.632-0.604 1,-1.688-0.872 1,-0.286-0.041 2,0.813 0.234-1,1.954 0.352-3,-1.608-1.026 5,0.001-0.354 0,2.398 0.116-1,-0.379-0.594-3,-2.615-0.700 1,5.822 0.755-1,-5.808-0.197 2,0.054 0.546-1,0.419 0.512 1,-0.223 0.099-2,-0.301-0.076 1,3.383 1.145-1,0.554 1.263 1,-0.382 1.371 1,0.772 0.571 2,-4.781-3.017-5,-0.288-0.519 0,0.505 0.345 2,1.806 1.035 0,-0.111-0.277-1,-0.401-0.505 3,-0.558-0.614-2,2.243 1.735-2,-1.183 1.040 2,-2.870-1.635 5,2.916 2.523-4,1.901 0.070-3,-2.741-3.502 0,-0.828-0.576 2,1.846 0.883 1,-0.147 0.004-1,-0.456-0.081 0,-0.621-0.128-1,0.126 0.475 0,-0.386 0.231 0,-1.356-0.962 0,4.575 2.379 3,-0.872-1.686 1,-2.870-1.962-2,1.867 0.953-2,2.275 2.911 2,-2.793-0.556-1,-0.386 0.021-2,-0.246-0.096 1,-0.453-0.408 0,-0.562-0.590 0,-0.599-0.672 1,2.485 1.217-1,-0.533-1.468 1,2.998 0.648 5,0.496-0.801-4,-0.629-1.014-2,0.967 1.538 1,0.764 2.484 1,-5.628-2.371-1,-0.444 0.103-1,-0.490-0.021-1,1.993 2.128 1,0.247 1.084 0,-1.013 0.989 3,-1.781-1.288 0,0.999 0.456-2,0.216-1.663 1,2.438 1.256 0,-2.312-2.184-2,-0.836-0.678 0,0.172 0.214 1,0.809 0.771-2,-0.551-0.428 1,-0.722-0.595 1,2.306 2.172 1,-1.044-0.760-2,-1.545-1.168 1,-1.286 2.277 2,-1.510 1.236 5,0.771-0.207-9,-0.151 0.337 0,0.262 3.903 1,-0.758-0.633 0,-0.658-4.237 1,0.166-0.349-1,0.246-0.493 1,2.375 4.304 0,-0.005-4.865-1,0.576 2.698 2,-0.974 0.718 2,-1.571-2.513-3,-0.297 0.266-1,0.298 4.008-1,-1.046-4.573 1,-0.175-0.121 1,0.344 5.906 0,0.947-0.695 0,0.731-1.872 0,-0.495-3.275 0,0.749 1.833 0,-0.059-0.289 3,-0.240-0.641-5,-0.339-0.819 1,1.047 3.646 0,-1.361-3.020 0,-0.818 0.397 1,-1.081-0.047 6,-0.149 1.668-3,0.054 0.342-4,0.019 1.645 0,0.033-0.405-2,0.033-1.010 2,0.023-1.069 1,0.012 1.727 1,0.010 1.995 0,0.004-5.298-1,0.001 0.641-1,0.000-0.419 1,0.000-0.583-1,0.003 5.250-2,-0.002-2.091 5,-0.001-0.508 0,-0.001-0.344-1,-0.001-2.240-1,0.000-0.041 0,0.000 1.323 1,0.000-0.603 2,0.000 0.212-4,0.000-0.764 0,0.000 0.098 0,0.000 0.439 1,0.000-0.228 0,0.000 1.432 0,0.000 0.632-1,0.000-1.340 2,0.000 0.509-2,0.000-0.915 2,0.000-0.667 1,0.000-0.361-3,0.000 0.499 0,0.000-0.483 3,0.000 3.409-2,0.000-3.249-1,0.000 0.340 0,0.000 0.082 0,0.000 4.174-2,0.221-4.293 2,0.361-0.214 0,0.438-0.286 1,0.647 0.847 1,0.089-0.964 0,1.353 3.123-1,-0.965-3.308 0,-0.418 0.425 2,-1.749 0.304 0,-0.153 1.511 1,0.149-0.781-2,0.013 2.634-4,0.337-1.921 2,0.532 0.563 0,-0.148-2.625-1,0.959 2.603 1,0.761 1.457-1,0.229 0.012-1,-0.593-2.405 3,-0.076-0.199 1,0.116 1.088-1,0.405 2.564-1,-0.454-1.435-1,-0.444-1.725 4,-0.397-1.743 0,0.284 1.686-2,1.814-2.875 0,0.928-0.779-1,0.543 0.507 3,0.222 0.221 2,-1.731 0.194 0,-0.805 0.560-3,1.823 3.498-2,1.612 1.644-2,-2.281-5.106 3,0.201-0.238-3,-0.178-0.652 2,0.249 0.000 0,3.696 3.956 1,-0.073-0.799 2,-2.905-3.367-1,-0.121-0.200-2,-0.144-0.164 1,1.531 1.445 0,2.557 2.417 1,-0.635-0.549 0,-0.762-0.610-1,-1.842-1.755-1,-0.736-0.656 0,-0.116-0.215 2,0.036-0.023-1,0.436 0.435 2,1.661 1.661 2,-1.570-1.570-5,0.482 0.482-1,0.194 0.194 0,-0.016-0.016 1,1.270 1.270-1,-0.329-0.329-1,-0.413-0.413 2,1.604 1.604 0,-2.030-2.147 3,-0.554-0.731-1,3.103 2.218 2,-2.465-3.155-2,1.089-1.826-1,1.195-2.306 3,-1.946-0.020 0,0.951 0.361-4,3.264 2.183 0,-4.301-0.246 1,0.220 0.256-2,0.036 0.075 2,0.800 0.222-1,-0.052-0.204-1,-1.137 0.080 0,2.543 1.382 1,-1.125-0.764 2,0.534-0.309 1,-1.432-0.812-1,0.076-0.275-1,4.931 0.638-1,-4.585-1.316 0,-0.303-0.248 0,-0.410-0.212 2,4.292 0.563-1,-0.722 1.554 1,0.173 1.073 4,-3.693-1.416-6,2.328 0.493 0,-1.513-0.730-1,0.061-0.218 1,1.603 0.086-1,-0.440-0.386 1,-0.590-0.362 2,3.309 0.762-1,-0.759 1.124 1,0.719 2.582 1,-5.750-2.488-1,3.069 2.094-2,-2.364-1.864 1,2.568 0.884 1,-1.997-0.737 1,4.404 1.194-1,-4.314-1.957-2,2.610 1.183-1,-0.281-0.151-1,-0.758-0.409 2,-0.991-0.534 0,-1.054-0.568 1,3.102 0.749 0,0.014-1.312 0,-1.838-1.123 7,-4.541 4.785-4,-2.744 1.521-4,1.689-1.167 1,1.860 0.948-1,5.292 4.038-1,-1.060-3.559 1,5.375 2.971-4,-4.212-3.748 3,4.544 2.799 0,1.042 0.601-2,4.532 3.210 1,-7.314-5.383 0,4.362 2.515 0,0.077-0.503 2,3.824 1.955-1,-6.597-3.831 2,-0.729-0.324 1,4.904 2.999-1,-2.850-1.694 1,-2.901-1.804 1,-2.673-1.710 0,-2.298-1.500-2,1.697 0.295 5,-0.752-2.701 3,-0.962 0.154 4,-1.348 0.957-13,0.020 0.786-1,-1.205 1.158 1,-0.205 0.116 1,2.324-0.647 1,2.172-2.591 2,-0.030 0.385-5,2.584 1.004-1,6.538 2.470-2,-1.756-0.012 2,-2.767-0.692-1,12.166 4.721-2,-3.795-0.973 2,0.975 0.225 0,-0.367 0.283 2,-0.787-0.208-1,-5.906-2.110 1,3.899 1.837-1,-1.547-0.591 2,1.863 0.686 1,-2.666-1.390 7,-1.863-0.985-3,-3.486-1.524-1,-3.129-1.296 0,-2.634-1.043 1,0.110-0.111 0,-2.481 3.196-1,2.852 0.747 1,-0.279-2.664 1,2.817 0.578-3,-2.316-1.772-3,2.098 0.183 0,0.669-0.180 0,-2.853-0.469-1,2.761 0.741 0,0.547 0.565-1,3.226 1.136 2,-2.392-0.255 1,-0.064 0.472 0,-0.262 0.396 0,2.407 1.727-2,-1.787-0.473 2,-1.997-0.793-1,-1.956-0.920 1,-1.762-0.919 0,1.052 0.843 0,-0.274-3.322 2,3.101-0.735 7,-1.941-0.026-3,4.254 1.505-9,-4.924-0.386 3,5.251 1.468-3,3.243 1.222 1,7.946 2.032-5,-7.893-2.245 4,7.186 1.161-2,2.145-0.252 0,1.462-0.393 0,7.878 0.290 0,-13.448-2.051 3,14.620 0.772-1,-7.089-1.101 0,-0.304-0.434 2,-7.117-0.615 2,12.447 0.111 2,-2.339-0.428-6,-13.228-0.382 4,-1.265 0.193 1,7.546 0.703 0,-2.193 0.372-1,-4.472 0.093 5,-4.128-0.018 5,-3.556-0.083-9,-2.896-0.116-1,0.179 1.055 0,-4.744 3.768 0,3.222-2.830 5,1.149-3.414 4,-4.507-7.292-7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29:2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8188.575 5871.417 767,'4.274'4.274'0,"0.203"0.203"0,1.974-1.398-5,0.771 0.850 5,0.351 0.809-1,-1.477-1.721 0,1.947 0.317-1,-0.909-0.206 0,0.744 0.378 1,-0.193-0.273 1,3.137 1.757-1,-5.236-2.374 2,0.453 0.410-2,0.211 0.149 1,0.028-0.043 1,-0.103-0.179-1,0.669 0.032 0,-0.120-0.406-1,0.049-0.315 0,-0.572-0.472 0,4.260 0.556 2,-2.781-1.001 1,-1.592 0.801-2,-0.886 0.986 1,0.486 0.993 0,0.485 0.836-1,-0.598-0.202-1,-0.839-0.550 0,2.053 2.051 0,-1.981-1.770 0,1.346-4.503 2,1.004 0.013 2,-0.640-0.002 1,-0.374 0.000-4,0.169 0.000-2,-0.227 0.000 3,1.945 0.000 0,1.059 0.000 0,-2.712 0.000-4,-13.008 0.000 6,-1.947 0.000-3,1.407 0.000-1,-1.243 0.000 0,1.108 0.000-1,-1.645 0.000 1,-0.262 0.000 1,-1.016 0.000 0,-0.473 0.259-1,0.330 1.679 0,-1.543 2.820 0,5.661-1.728 1,0.471-0.133 0,-3.017 1.334-1,1.188-1.195 1,0.610 0.192 0,-1.142 2.529 5,1.932-1.157-4,-2.085 0.515-1,0.533-1.354-1,0.131-1.587 0,0.152-0.708 0,-0.510 0.990 4,-0.601 1.647-5,3.035-1.248 3,0.135-0.078-2,-4.347 1.963 1,1.795-1.436-2,1.632-1.354 2,-1.247-0.781 1,-2.233 4.557 3,2.970-0.021-4,-2.809 2.658-3,3.967-3.253 1,-0.249 0.315 1,-0.180 0.228 1,1.474-1.473-2,-0.066-0.157 0,-5.258 3.815 0,2.891-2.764 2,0.078 0.150 0,-0.180-0.140 2,0.210 0.227-1,-0.040-0.089-2,-1.281 1.025 1,0.912-0.438 1,1.127-0.506-1,1.182-0.512 0,-1.798 3.145 1,3.445-1.952-1,2.117 0.541 4,-3.580-1.715 2,-1.118-3.427-5,-0.225-1.764-2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29:3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8971.575 6919.417 767,'-6.142'0.000'0,"-0.162"0.000"-4,-3.570 0.000 3,0.298 0.000-2,3.155 0.000 2,-0.681 0.000 0,-2.820 0.000-1,1.459 0.000 1,1.838 0.000 0,-2.472 0.000-2,0.053 0.000 4,0.274 0.000-1,0.421 0.000-1,0.505 0.000 1,0.540 0.000-1,-0.318 0.000 1,0.528 0.000-1,0.049 0.000 2,0.929 0.000 1,-3.436 0.000 1,2.924 0.000-1,-0.434 0.000-2,-0.932 0.000 3,-0.158 0.000-1,0.604 0.000-3,1.406 0.000 0,-1.405 0.351 1,1.310 1.469 1,2.130 3.271 0,-0.705 0.345-1,-1.749 0.243 1,1.622-1.104-2,0.024 1.411 0,-1.690-1.145 1,1.715-1.246 1,4.187 2.479-1,-3.129 2.351 0,1.329 1.503-1,1.301-3.991 0,-0.251 0.642-1,-0.384 1.822 0,-1.404 2.464 2,0.028-1.218-3,-0.009-0.337-1,0.865-3.133 4,-0.102 0.104 0,-2.562 4.836 1,1.397-3.334-1,0.050-0.082 1,-0.596 1.535 0,0.405-0.495-2,0.488-0.604 0,0.026 0.606 0,0.754-1.478 1,0.673-1.480 1,-0.231 1.899 0,1.755-1.585 1,0.027 0.112 1,-3.676 1.766 0,0.905-2.341-1,-2.188 2.102-4,-3.161 4.347-1,0.854-2.057 0,2.936-3.722 1,-1.944 2.729 1,-0.798 1.512 2,0.451-0.012-5,-0.765 0.384 4,2.573-3.719 0,0.391-0.393 0,-0.068 0.552-1,0.653-0.364 0,0.658-0.307 3,0.632-0.250 2,-2.883 5.300-2,2.135-5.416-1,0.082-0.823 2,-2.224 2.285-3,-0.483-0.721-2,-1.131-0.406 2,0.753-2.268 1,-0.653-1.571 0,0.588-1.986-1,-0.295-0.689 3,-0.176-0.387-2,0.001-0.248-2,0.812 0.047 1,-0.348 0.466 0,0.524-0.019 2,-1.343 1.378-1,0.848 2.347-2,-1.982 3.204 0,0.085 0.913-2,1.152 1.236 1,-0.060 0.384 1,3.116-4.146 1,-2.320 2.849 2,2.683-3.115-2,1.916 0.813-1,0.494 0.166 1,-1.651-0.248 3,0.107 1.718 0,0.525-1.484-4,-1.196 3.273-1,0.413-1.572 0,-0.365-0.160 1,0.584-1.837-1,-1.364 2.231 0,-1.152 2.646 0,1.376-1.832 2,0.379 0.357 0,0.452-0.003 1,0.483-0.259-2,0.482-0.430 1,0.188 0.789 0,0.576-0.936 0,0.492-0.967 0,0.402-0.923 0,0.082 4.124 1,0.672-1.523 3,0.318-1.646 0,0.082-1.131-3,-1.129 2.100-2,-2.355 1.355 3,0.357-0.852-4,0.851-0.695 1,0.415 2.095 1,0.945-4.205 0,-0.732 2.634-1,-1.517 0.473 0,-0.122-2.446 1,-0.163-0.225 0,0.123-0.398 1,0.298-0.480-2,-0.842 2.862 0,0.848 1.122 1,1.050 0.796 4,0.951-1.225-4,0.513-3.022-1,0.191 2.532 1,0.119 1.232 2,-0.010-1.594-3,0.009 2.825-1,-0.609-4.535 1,-0.354 0.719 2,-1.419 2.087-1,-0.849 0.367-2,-0.174-0.641 0,0.164-0.822 2,-0.470 1.726-1,0.481 0.748 1,0.843 0.428 4,1.016-1.516-3,0.738-1.809-1,0.351-1.254 0,0.113-0.017 1,0.070-0.302 1,0.102 2.776-5,-0.010-1.462 2,0.008 1.629 1,-0.027 1.251 2,-0.041 0.461-3,-0.038-0.948 0,-0.027-1.374 1,-0.014 1.705-1,-0.013-0.794 2,-0.006-1.029 1,-0.004 1.552-3,0.001-1.935 3,0.002-1.931-2,0.002-0.107 0,0.003-0.007 0,0.001 0.475 3,0.000-0.036-4,0.000 3.297 1,0.000-0.399 0,0.000 0.003-2,0.000 2.223-1,0.000-5.442 3,0.000 0.117 0,0.000 0.069-1,0.000 0.031 1,0.000 0.775 0,0.000-0.118-1,0.000 3.709 2,0.000-4.681-1,0.000-0.054 0,0.000-0.040 0,0.000 7.514 1,0.000-6.548-1,0.000-0.699 0,0.000 3.268 0,0.000-0.822-1,0.000-0.346 3,0.000-1.762 0,0.000 0.601-3,0.000 1.573 3,0.000 1.111-1,0.000-0.467-2,0.000 1.519-2,0.000 0.865 2,0.000-5.709 1,0.000 0.077 0,0.000 0.023-1,0.000-0.017 1,0.000 0.567 0,0.000-0.362 0,0.000 5.019 0,0.000-4.465 0,0.000 2.774 0,0.000-1.240 3,0.000 0.817-2,0.000 1.018-2,0.000-1.972 0,0.000-0.382 1,0.000 0.151 0,0.000 0.239 2,0.000 2.173-3,0.000 0.995 0,0.000-0.542 0,0.000-3.562 0,0.000-1.182 1,0.000 4.500 0,0.000-2.899 2,0.000-0.639-2,0.000-0.805 0,0.000-0.261 3,0.000-0.012 0,0.000 1.560-4,0.000 1.076-1,0.000 1.632 1,0.000-0.323 0,-0.736 1.005 0,-0.186-3.783 0,-0.175 0.425 0,-0.072 0.198 0,0.003-0.043-1,0.058-0.213 2,0.093-0.323 0,0.018 0.516 0,0.157-0.410-1,0.047 0.619 1,0.212-1.297 1,-0.078 2.828 1,0.431-2.772 0,0.558-0.495-2,-0.334 2.146 4,0.004-1.528-1,0.001 0.407-5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29:3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8153.575 8348.417 767,'0.000'6.006'0,"0.000"0.815"-4,0.000 1.090 3,0.000-1.302 0,0.000 1.983-1,0.000 0.523 0,0.884-0.355 0,0.179-2.598 1,0.491-0.001 0,0.960 1.750 0,0.199-0.121 1,0.267 1.000 1,-0.461-1.563-2,0.016-0.396 1,0.035-0.479 0,0.048-0.511 0,2.978 3.327 1,0.316-1.101-2,0.322 0.793 3,-1.953-1.483 2,-0.440-1.048-6,1.437 1.280 3,0.709 2.906 1,-0.914-0.979-5,-1.084-1.902 1,-0.292-0.580 2,-0.425-0.892 1,1.881 3.173-2,-1.606-3.514 0,0.751-0.374 0,0.327-1.247 0,0.087 0.345 5,1.936 2.016 1,1.154 1.364-7,-0.516-0.396 1,-1.952-2.003-1,-0.677-0.764 2,0.099-0.313 0,0.369 0.402 1,1.359 1.790 1,-0.623-0.839 0,-0.635-0.821-3,-0.001-0.578 0,-5.024-10.599 3,3.887-1.540 0,0.263 1.964-3,-0.256-0.785 0,1.883-2.797-2,-2.475 4.377 3,3.252-4.490-3,0.532-1.306 1,1.057-0.890 0,0.503-0.558 0,0.977-1.100-2,-0.330 0.726 4,-2.189 2.796 2,-0.968 0.983-5,-1.049 0.982 0,-1.050 1.334 5,-0.475 0.671-1,-0.313 0.563 3,2.352-4.615 1,-1.258 1.438-2,-0.209-0.307 0,-0.750 2.120-4,0.761-0.614 1,1.171-1.089 0,0.488-0.013-2,0.250 0.246 0,0.084 0.379 0,-0.559 1.018 1,0.027 0.254 1,-0.229 0.371 1,-0.718 0.781 0,-0.833 0.829-1,1.563-2.170 0,-1.979 0.887 2,-3.432-1.390 0,3.448-0.942 2,2.426 0.604-4,-1.784 2.337-1,0.468-0.471-1,0.468-0.682 0,0.117-0.403 1,-0.007-0.330 0,-0.754 0.915 0,0.048-0.035 0,1.280-1.771 0,-0.710 0.809 0,-0.879 1.002 0,-0.906 1.034 3,0.969-2.305-1,-2.039 1.126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46:42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5535.000 9350.000 767,'6.033'0.000'0,"-2.327"-5.105"-3,-3.409-2.390 2,-0.280 1.147-1,-0.040-0.739 2,0.011-0.776 0,0.004-1.500-1,0.005 2.700-1,0.000-0.062 1,0.001 0.211 1,0.000 0.368 0,0.000-3.771-3,0.001-0.076 4,0.000-0.667 2,0.000 1.329-6,0.000 0.360 3,0.000-0.897 0,0.000 1.291 0,0.000-0.423 0,0.000-0.634 1,0.000-0.525 0,0.000-0.682-2,0.000-0.329-1,0.246 3.230 0,0.384-0.183 1,0.445 0.235 1,0.059 1.083 0,0.045 0.307 2,-0.081 0.424-1,-0.086 0.093-2,-0.115 0.025 1,-0.034-0.944 2,-0.173-0.001-2,-0.162 0.017-1,0.080-5.035 1,-0.429 5.890-1,-0.058-0.903 1,-0.063 0.158 0,0.323 0.600 0,0.963-1.383 0,2.100-3.646 5,-1.087 4.615-5,-0.014 0.068-1,0.866-3.047 0,-0.580 2.466-1,1.763-2.225 0,2.650-2.551 6,-1.067 1.797-5,-2.782 4.061 2,-0.292-0.291-1,-0.344-0.146-2,-0.366-0.035 1,-0.186-0.754 1,-0.431 0.173-1,0.291-2.569 3,-0.447 2.645-3,1.102-1.748 2,1.796-3.373 0,-0.172 4.300-3,0.557 1.042 1,1.757-2.644 2,-1.566 2.293-2,1.609-3.461 6,-3.203 4.313-7,0.222-1.977 1,-1.192 2.646 1,2.536-5.602-1,-2.054 5.155 0,0.060-0.272 1,-0.093-0.366 3,0.274-0.418-3,0.052-0.433-1,-0.573 1.646 1,1.474-3.315-1,-0.099 0.003-1,-0.199 1.458 2,-0.931 2.053 0,0.789-1.942-1,0.206 0.329 1,0.894-1.658-1,-0.180 0.195 5,-0.621 0.910-4,-0.700 1.001 0,-0.692 0.977 0,0.974-0.970 0,0.973-1.867 4,-1.223 1.317-2,-1.502 0.929-2,-0.443-2.209 0,1.000-1.261 1,1.976 0.305-3,1.271 0.656-1,0.077 1.157 3,-0.065-0.250-1,-1.392 0.681 1,-0.709 1.109 0,0.156-0.202-1,0.179-0.074 2,0.704-0.794-1,0.193 0.159 0,1.286-2.611-2,-0.861 0.054 1,-1.155 1.347 1,0.187-0.035 2,0.411 0.374-2,0.080 0.175-3,0.312 0.496 2,0.463-0.239 0,0.077-0.047 3,-0.202 0.094-1,-0.390-0.047-1,-0.506 0.091 0,-0.565 0.185-1,0.506-1.883 0,-0.543 0.848 2,-0.368 0.946 1,-0.591 2.024-2,3.612-3.497 0,0.792 1.933 5,-2.215 2.753-4,2.482-1.708-2,1.196-1.692 2,-4.536 3.021-1,-0.343-0.363-1,0.654-1.600 0,-0.481 0.509 0,-0.416 0.809-1,1.322-1.507 2,-0.425-0.978 2,-1.340 0.629 2,-3.234 0.961-4,-3.877 0.985 2,-3.157 5.087 0,-0.290 0.063-4,-2.363 0.019 1,3.070 0.009-1,0.149 0.002 0,0.428 0.001 2,-2.519 0.003-1,1.018-0.001 1,-0.878-0.001 1,1.182-0.003 1,0.675-0.002-3,0.372-0.001 2,-1.206-0.001 0,0.267 0.000-2,0.346 0.000 2,-2.320 0.279-1,1.863 1.618 0,1.178 0.521 0,0.203 0.071 1,-0.568 0.188 0,0.400-2.451-3,6.734 6.459 7,7.367-4.667-6,-0.948-1.183-1,0.853-0.339 1,3.247-0.239-2,-1.906-0.228 3,-0.348-0.083 0,0.184-0.040 0,-2.462 0.021 0,0.255 0.016 0,1.130 0.015 1,0.357 0.019 0,0.388 0.016-1,-1.482 0.006 1,0.542 0.002-2,0.272 0.000 0,1.768 0.000 0,-1.294 0.000 2,1.159 0.000-2,0.260 0.000-1,-3.654-0.002 4,-0.140 0.000-2,2.816 0.000-1,-2.408 0.017 1,3.706 0.093-2,-4.057 0.105 4,-3.551 5.366 0,-2.608 0.767 0,0.001 4.361 0,0.000 0.181-5,0.000-1.482 0,0.000 7.302 0,0.000-6.349 3,0.000-0.900-2,0.000-1.124 2,0.000 2.514 0,0.000-1.882-3,0.000-1.696 8,0.000 2.798 0,0.000-3.643-5,0.000 0.200 0,0.000 0.954-1,0.000-0.506 0,0.000-0.686-1,0.000 4.385 2,0.000-2.536 1,0.000-0.121 1,0.000-1.601 0,0.000 0.594 0,0.000-1.075-3,0.000 4.978-1,0.000-3.126 1,0.000-1.770 0,0.000 0.116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46:47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5645.000 7640.000 767,'-6.081'0.000'0,"0.018"0.000"-3,-0.072 0.000 2,-0.636 0.000 1,-10.680-1.951-3,0.636-0.383-2,-10.678-1.427-3,2.257 0.584 2,-2.533 0.030-1,2.191 0.523-1,-0.937 0.191 3,2.915 0.385 1,-1.119-0.049 0,-0.620-0.116 2,-0.211-0.164 0,-12.519-1.634-1,1.549-0.361-1,6.135 0.027 0,-5.976-1.890 1,6.594 0.397 4,6.642 0.749 3,6.077 0.894-1,5.190 0.901 7,4.192 0.824-1,1.100-0.489-8,12.537 1.499 0,-3.477-4.104 3,-11.369-3.095 31,-1.360-0.129-39,-3.527-2.456 0,-2.198-1.354-2,6.035 4.795 2,-4.269-2.572 2,-0.251 0.274-2,0.267 0.435-1,3.762 2.581 1,0.314 0.185 2,0.381 0.195 1,-2.250-1.882 8,1.269 0.419-8,-1.212-0.973 2,0.904 0.671 5,2.293 1.769-6,2.140 1.669 1,-1.355-0.911 8,1.753 5.854-7,-1.396-1.549 3,-3.954-4.231-1,3.233 0.746-7,1.540 0.719 0,-0.372-0.455 1,1.976 1.281 1,-7.216-5.030-2,-1.595-1.339-2,-1.185-1.191 2,-9.144-6.971 0,5.220 3.689 0,-2.121-1.865-3,-1.182-1.169 1,-0.438-0.605 3,3.225 2.328 0,0.095-0.178-5,-5.682-5.508-1,1.531 0.156 2,-5.588-6.759-2,3.692 2.338 14,9.190 8.960-4,2.198 2.182 2,2.075 2.238-1,1.575 1.702 1,-0.909-0.739 2,2.817 2.964 16,2.439 2.537-14,-0.617-0.155-3,1.531 9.081-4,1.770-9.785 7,0.718-2.204-6,0.438 0.120-5,0.401 2.704 1,-0.452-0.115 1,-0.210-0.261 1,-0.500-0.824 0,-0.211-0.716-2,-0.467-1.075-1,-0.156-1.281 5,-0.398-1.367-4,-0.552-0.892 0,-0.164-0.513 1,-1.804-2.884-2,2.121 5.322 1,0.225 0.595 0,-0.209-0.855 1,1.204 2.995 0,0.117 0.281 1,0.181 0.292 1,-2.230-5.211 4,1.786 3.957-2,0.252 0.266-2,0.130 0.321-1,0.034 0.350-1,-0.510-0.630 1,-0.096 0.490-1,0.563 1.349 1,0.181 0.330 2,-0.471-1.282-2,0.487 0.467 1,0.292-0.018 0,0.608 0.851 1,-0.594-3.652-1,1.614 3.477 0,0.522 0.227 0,-0.673-0.746 2,-1.021 0.298-2,0.414 0.643-2,0.257-0.216 1,-1.293-1.511 1,-1.258-0.674-3,-0.215-1.107 1,0.396-0.810 0,1.037 1.055 0,-1.520-1.413 1,1.710 4.900 0,0.019 0.188 0,-2.197-4.554-1,0.683-0.059 1,2.019 2.909 0,-0.500-1.602 3,-0.182-0.945-1,0.660 0.678-3,1.174 2.935 0,-0.474-1.456-1,-0.131 0.539 3,-0.157 1.000 0,-1.902-5.012-2,1.574 4.337 0,-1.118-2.282 1,0.352 1.973-1,-0.318 0.456 0,-0.071 0.163 1,0.107-0.055 0,-0.242-0.206-1,-4.055-7.842 3,2.304 4.514-2,0.445 0.540-1,0.676 0.845 0,1.458 2.613 0,0.430 0.375 0,-1.620-7.078 1,1.953 6.032 4,-0.038 0.575-1,-2.409-4.373-4,-0.431 2.332-1,0.129 1.933 4,0.091 1.117-1,-0.059 0.546-1,-0.529-0.115 0,0.652 0.626 1,-0.689-0.013 1,-1.421 3.385 0,-0.264-0.887-1,-7.314-3.071-4,2.251 0.312 0,-2.686-0.623-1,-2.167-0.683-1,-2.166-0.223 0,-1.591-0.355 0,1.719 0.801 1,-0.677 0.215 1,8.184 2.207 2,-6.216-1.671-1,-0.505-0.030 0,-12.529-3.563-1,6.873 1.842 1,1.187 0.442-1,1.435 0.123 7,1.543 0.361-5,1.547 0.514 0,-3.043-0.710 4,4.057 1.183 6,3.941 1.111-5,3.521 0.970-1,2.955 0.798-1,-0.071 0.124 0,-0.609 2.885 3,-5.276-1.426 8,-5.257 0.000-18,-0.243 0.000 0,-3.738 0.000 0,-3.522 0.000-1,-3.202 0.000-2,-2.352 0.000 2,-2.579 0.000 1,-1.676 0.000-1,-1.897 0.000 1,-1.493 0.000 1,-0.665 0.000 1,-0.985 0.000 0,-0.225 0.000 1,0.327 0.000 0,10.929 0.000 0,-15.965 0.000 3,12.377-0.157-1,3.781-0.261-2,3.896-0.324 4,-0.719-0.646 0,5.936-0.276 5,5.167-0.156 5,4.281-0.067-6,3.389-0.007 3,0.031-1.777 3,4.920-2.195 4,-4.042 4.929-11,-0.608 0.927-6,-3.877 0.087-2,2.601-0.005 1,-0.834 0.006 1,2.560-0.029 0,-0.176-0.004 0,-0.061-0.005 0,0.024-0.241 0,0.083-0.397 3,-1.621-0.689-2,1.095-0.174-1,-3.063-1.281 1,3.081 0.075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46:54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1725.000 6460.000 767,'-6.239'0.000'0,"-0.807"0.000"-3,0.332 0.000 2,-1.325 0.000-1,1.506 0.236 1,-1.316 2.755 0,-0.354 1.740 2,-1.887 2.903-3,4.575-2.523 0,-3.151 3.541 0,0.225-0.078 1,0.075-0.538-1,1.195-0.470 1,0.412 0.866 0,0.707 0.889 0,0.184 1.026 4,0.458-0.164-5,0.446-0.854 0,0.406-1.234 1,0.350-1.386-1,-0.868 1.349 5,0.021 0.926 2,2.252-2.829 1,1.303 0.679-5,-2.179-1.713 1,0.073 2.424-1,2.482-0.687-1,0.309 1.044-2,-0.891-1.318 0,-2.342 2.599 3,0.637-1.658 0,1.075-0.712-1,-0.498 0.970-2,-0.863 0.836-2,-0.466-0.733 4,-1.598 3.643 0,3.203-5.453-1,0.303 0.352 1,-0.796 2.261 3,-0.214 1.046-5,0.346-0.314 3,1.043-2.957-2,0.265-0.423 0,-0.828 5.083 0,0.695-4.749 1,-2.777 3.854 3,-0.546-4.090 0,-1.201-2.306-2,-0.123-0.731-1,0.813 0.202 0,-0.610 3.105 1,3.201-0.329-1,0.870 1.531-1,0.970 0.348 1,0.773-1.245 0,0.386 0.933-1,0.152 1.383 4,-0.041-1.298-4,-0.019 0.953-1,-0.027 1.556 2,-0.026 1.479-1,-0.036-5.401 1,-0.005 0.186 0,-0.004 0.061-2,-0.003-0.108 1,-0.003-0.225 1,-0.002 5.619 0,-0.005-0.215-1,-0.002 0.494 2,0.000-0.961 0,0.002-3.736 0,0.000-0.301-1,0.000-0.444-2,0.000 2.729 1,0.001 0.786 2,0.001-3.987 0,0.000 5.332 1,0.000 1.781-4,0.000-6.408 2,0.000-0.698 1,0.000 2.369-3,0.864-0.144 1,1.075 1.104 5,1.347 1.036-3,1.678-0.180-2,-2.083-5.140 0,2.552 4.845-1,-0.782-1.106 1,-0.460-0.660 1,-1.139-2.431 1,0.240 0.119 0,0.251 0.037-1,0.756 0.430 0,0.254-0.610-1,2.907 2.523-2,-3.162-3.615 4,2.146 3.257 0,-2.173-2.139 0,-0.260 0.119 0,-0.374-0.042-1,0.982 1.655 0,-0.197-1.038-2,-0.849-1.718 0,2.948 3.073 5,1.165 0.309-1,-2.778-3.330-1,1.567 2.081-3,0.236 2.568 1,-1.566-1.239 2,0.968 0.737 0,-0.756-2.265-1,-0.830-0.654 0,0.127 0.280 0,-0.348 0.254 2,-0.215 0.308-3,-1.167-1.543 1,0.300 0.433 1,-0.114-0.703-1,4.342 4.984-2,-3.431-5.469 0,3.377 3.064 2,-1.161-1.900 1,-1.632-0.779-3,-1.566 0.108 4,2.409 4.764 4,-0.012-1.656-9,-0.608-2.856 2,0.102-0.799 1,0.868 0.361 1,1.852 0.233-1,0.741-0.035-1,-0.937-0.492 1,-1.929 0.026-1,-1.253 2.655 2,-2.435-1.136 3,-0.290 0.661-5,0.986 1.151 1,1.310 0.373-2,0.340-1.667 2,0.045-2.075-1,1.540-0.504 1,2.183 1.095 2,-0.043 0.326-2,0.213 1.070-1,-1.561 0.186 0,-2.069-0.529 2,-1.540 1.597-2,-2.027-0.272 3,-0.775-0.329-1,-0.336-1.059-3,0.324 0.785 3,4.734-2.762 2,0.791-1.203-3,0.555 3.203-2,0.673 2.527 0,-1.012-0.785 2,-1.020-1.721-2,-0.410-2.221 0,1.688-1.186 5,-1.910 1.569 1,-4.276 2.159 0,0.051-0.617-6,-0.002-12.104 4,-5.016-0.337-3,-0.663 0.571-1,1.237 1.026 0,-0.044-0.507 0,-3.781-4.491-1,2.892 3.998 2,0.241 0.544 0,-5.341-5.018 1,4.012 4.110-1,0.098 0.156 0,-1.157-1.075 3,3.166 2.855-3,-5.189-5.458-2,4.253 4.473 1,0.191 0.258 4,0.219 0.260 0,-1.023-0.925-1,0.827 0.826-1,-2.489-2.294 0,2.919 2.760 1,-0.269-0.329 0,-0.681-0.967 1,0.471 0.472 1,-0.564-0.656-2,0.285 0.041-3,3.716-0.166 1,-1.334 0.617 3,-3.172 5.351 2,-1.199-0.027-5,-0.768-0.004 0,1.170-0.001 1,-1.392 0.000-1,-0.667 0.000-2,-0.910 0.000 3,3.124 0.000-1,0.547 0.000 1,0.238 0.000 2,4.399 5.799 1,6.702 0.027 0,-0.844-1.432-4,1.398 0.501-1,1.067 0.050-1,-0.098-0.107 3,-0.443-1.015 0,0.032-1.240 0,1.656-0.658 2,1.830 0.309-3,0.571 1.407 0,-1.481 0.892-2,-3.216-1.327 2,3.220 2.570 0,0.088 0.606 1,-1.114-0.686-3,-0.223-0.252 2,1.810 1.048 1,0.011-0.311-2,-1.567-1.131 1,-0.468-0.307 4,-0.540-0.289-3,0.414 0.461 0,-0.557-0.138 0,-0.923-0.470 1,-0.601-0.272 0,3.431 3.207 2,-1.040-1.761-2,0.055-0.592 1,-1.042-0.676 0,-0.563-0.453-4,0.270-0.730 2,-0.143-1.376 3,2.310 1.710-2,-2.049-1.008-1,-0.547-0.479-1,-4.171-7.806 1,-1.582-1.616 2,0.000 0.175-1,0.000 0.417-3,0.000-5.187-2,0.000 1.170 3,0.000-0.531-1,0.000-0.199 3,0.000-1.569 0,0.000 6.308-3,0.000 0.617 1,0.000-3.307 2,-0.487-1.994 0,-0.981 1.575 2,-0.500 2.829-5,0.050 0.481 2,0.034-1.581 1,0.532 0.075 1,0.625 1.290-3,0.355-1.049 0,0.238-0.497 3,0.122-1.916-2,0.078-0.158-1,0.021 1.964-1,-0.009 1.678 1,-0.021-0.250 1,-1.534-0.668 5,-1.977-2.138-6,-0.098 2.394 0,-0.745 0.822 0,-0.449 1.981-1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5:46:59"/>
    </inkml:context>
    <inkml:brush xml:id="br0">
      <inkml:brushProperty name="width" value="0.0529194456206428" units="cm"/>
      <inkml:brushProperty name="height" value="0.0529194456206428" units="cm"/>
      <inkml:brushProperty name="color" value="#1b7ccb"/>
      <inkml:brushProperty name="ignorePressure" value="0"/>
    </inkml:brush>
  </inkml:definitions>
  <inkml:trace contextRef="#ctx0" brushRef="#br0">1735.000 8250.000 767,'-6.077'0.000'0,"-1.457"0.000"-3,-0.129 0.000 1,1.402 0.000 1,-2.371 1.265 0,-0.926 1.768 1,2.148 0.031-1,1.386 0.460-1,4.947 2.571 3,-6.610-3.470 4,1.048-2.320-5,0.343-0.161-2,-0.967 0.046 0,-0.143 0.977 2,-1.066 1.235 0,-1.807 1.673-2,0.974 1.026 0,3.014-1.105 2,-2.356 1.781 0,0.669 0.080 2,0.850-0.115-2,0.133 0.413-1,0.781-0.276 0,1.478-1.154 1,-0.157 0.329 1,-0.153 1.385 0,-0.974 1.689 1,1.744-3.473-2,-0.920-0.370-1,-1.328-0.221-2,-1.389-0.197 3,1.352-1.067-1,0.039-0.346 0,0.241-0.370 0,0.368-0.367 0,-3.271 0.422-1,-0.929 0.479 4,0.113 1.142 5,0.495 0.863-6,0.812-0.444-2,1.927-0.155-1,-1.503 1.465 4,2.371-1.112-1,-2.602 3.230-3,1.216 0.556 1,3.397-3.524 1,-0.540 0.633-1,-0.647 0.673 1,-0.222 0.435 0,0.092 0.245-1,-0.161-0.138 1,-0.097-0.404-2,-0.048-0.573 1,0.226-0.197 0,-0.062-0.391 0,0.208-0.274 3,0.390-0.178-1,0.030-0.338 0,0.244 0.036 1,-0.087-0.170-2,-0.385-0.031 0,-4.629 2.510 2,2.730-1.999-2,-0.114 1.031-1,-0.027 0.922 4,-0.494 1.036-4,-0.216-0.554 0,1.834-1.927 0,-0.385 0.272 0,-4.312 5.558 1,5.403-4.621-2,-1.620 2.607 0,0.644-0.463 3,0.787-0.874-1,0.803-1.045-1,0.741-1.054 1,-1.686 2.962-1,2.003-3.228 1,-1.077 1.430 10,1.473-1.134-9,1.112 0.310-3,0.789 0.966 2,0.593 1.957 1,0.537-0.696-2,0.184-0.811 1,-0.736-0.650-1,-1.899 0.189 0,-2.041 3.764 4,0.306 0.166-6,1.515-3.023 1,0.189-0.764 2,0.514-1.132 0,0.100 0.130 0,-0.309-0.180 0,-0.738 1.526 0,-1.582 2.618 0,1.240-2.796 0,-0.902 1.089 1,-2.080 3.922-3,2.456-4.762 1,0.121 0.036 0,-0.134 0.804 2,0.453-0.251-1,0.623-1.213-2,0.148-0.399 1,0.072-0.419 1,-1.470 4.393 2,1.486-2.185-1,0.524-0.634 0,0.496-0.890 1,-0.290 3.608-4,0.683-4.021 2,-2.085-0.308 4,-3.111 0.623 0,1.322-2.836-4,-1.295 0.554-2,1.633-0.183 1,-2.035 3.821 0,0.664 0.274 1,2.425-2.395 0,-1.786 5.025-2,2.251-3.170 4,0.481-0.314-3,0.528-0.604-1,0.511-0.558 2,0.206 1.632-2,0.309 4.688 6,0.779-4.548-4,0.149 0.159-2,-1.020 5.692 1,0.144-5.461 0,-0.067-0.244-1,0.022-0.338 3,-1.172 3.808 0,-1.219-1.405-3,0.344-3.542 4,-1.212 2.149 0,-0.425 2.105 0,1.907-2.506-2,0.605 2.172 0,0.849 1.465 0,0.739-0.780 0,0.471-1.860-2,0.204-2.863 1,0.058 0.098 1,-0.179 4.141 4,-0.720-4.310-6,-0.610-0.253 1,-1.172 1.276 1,-0.181-1.074 0,-2.244 2.784-2,1.505-3.848 3,0.652 0.219 0,7.679-1.401 3,2.099-3.995 0,0.609 0.062-5,0.043 0.001 0,0.157-0.043 0,-1.429-0.251 2,-6.579-5.719 0,-2.820-0.703-1,-3.514-0.008 0,0.966 1.010-2,-2.062-2.331-1,3.596 3.177 2,0.542 0.060 1,-2.590-4.271-1,1.001 1.454 1,1.269 0.360 2,2.010 1.022 0,0.602-3.014-1,0.594-2.238-3,0.061 5.113 1,-0.673-1.123 1,-0.616-0.070-2,-0.883-1.524 0,-0.017 0.461 2,-0.838-3.602 0,1.822 5.104-1,0.352 0.563 2,0.338 0.106 1,-0.243-4.749-3,0.959 4.631 2,0.206 0.254 2,0.103-3.542-4,0.257-0.332 1,0.092 3.079 1,0.097 0.105-1,-0.207 13.690 7,-0.077 1.956-10,0.000 0.996 1,0.000-0.558-1,0.000 1.812 2,0.298-4.665-1,0.482-0.041 2,1.162 4.572 2,-0.108-1.538-3,-0.439-3.311 1,0.368-0.058 1,1.600 4.055-1,-0.121-0.177 0,-0.408 1.179 0,-1.193-1.484 0,-0.727-0.538 0,-0.473 0.509 1,-0.383-1.848-1,2.867 1.198 0,0.476-2.207 2,1.896 2.806-2,-2.012-4.138-1,0.212 0.378 0,1.589 2.139 0,-0.965-1.128 0,-0.157 0.456-1,0.525 2.484 3,-1.656-2.792-2,-0.333-0.014 0,0.598 3.160 1,-0.747-1.244-1,-0.642-1.516 1,0.264 2.598 0,-1.045-3.757 1,4.934-7.358 1,1.038 1.402 3,2.264 0.000-2,-2.805-0.472-5,0.981-0.784 0,3.123-1.831 0,-3.902 0.702 1,3.217-1.896-1,-2.027 0.478 0,6.245-3.546 0,-5.723 2.637 1,5.376-3.455 0,-2.961 1.419-1,-0.196-0.307-1,-2.716 1.829 3,2.570-1.406-1,-0.033 0.552 4,2.151-0.458-2,-0.824 1.160-1,4.140-0.393 1,-7.392 2.896 0,1.750-0.598 0,-1.599 0.600 1,-1.578 0.618 0,2.908-0.610 0,-3.179 0.266 0,-3.219-3.102 3,2.235 3.290-5,-3.279-3.220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7-01T16:03:03"/>
    </inkml:context>
    <inkml:brush xml:id="br0">
      <inkml:brushProperty name="width" value="0.0529194456206428" units="cm"/>
      <inkml:brushProperty name="height" value="0.0529194456206428" units="cm"/>
      <inkml:brushProperty name="color" value="#2daf49"/>
      <inkml:brushProperty name="ignorePressure" value="0"/>
    </inkml:brush>
  </inkml:definitions>
  <inkml:trace contextRef="#ctx0" brushRef="#br0">2060.000 8333.000 767,'0.000'6.051'-2,"-6.959"-1.182"1,1.125-1.560 0,-1.951 2.407-2,2.969-1.330 2,-0.641 0.817 1,0.099 0.342-1,0.537 0.023-1,0.492-0.259 1,0.213-0.137 0,0.113-0.155 2,-3.232 2.882-1,1.009-2.253 0,0.943-1.186 3,-1.215 0.829-1,0.484-0.264-3,1.431-0.826 2,-0.500 1.269 0,1.253 0.837-1,0.122 0.563 0,-1.937 1.454-2,-1.913 0.319 1,1.141-1.529-1,0.601-1.944 3,-0.726-0.143 1,1.791-0.840-3,3.428 1.675 5,-0.110 2.591-3,-0.844 0.161-4,-3.180 2.337 1,2.043-5.265 1,-2.177 2.819 0,-1.072 0.078 0,0.538-1.216 2,2.088-1.956 0,0.203 0.242-1,-0.447 0.904 2,-0.157 0.562-1,-0.150-0.209-2,-0.675-0.089 0,-0.407 0.309 0,1.846-1.817 0,0.370-0.092 0,-1.368 3.165 4,1.654-1.551-5,0.227-1.112 3,-0.356-0.688 2,-0.727 0.353-2,0.057-0.194-1,-1.231 2.283 1,1.321-0.457-2,-1.168 1.700-1,0.631-0.943 0,0.155-0.131 2,0.280-0.510 0,-0.151-0.613 1,-1.220 1.913 0,0.157 0.162-2,1.646-1.933 1,1.132-0.893-1,0.094 0.308 4,-1.213 0.341-2,-0.998 0.089-1,1.062 0.018-1,0.727 1.069 0,-0.415 1.187 2,-0.240-1.764-3,-0.168-0.414 2,0.594-0.562 0,-0.447 4.084 1,-0.271-0.137 1,-0.605 0.634-6,2.039-3.837 4,0.351 1.327 1,0.657 0.533 1,-0.073 0.444-4,-0.691 1.088 2,0.228-1.893-1,0.569-2.360 1,0.316 0.026 1,0.437 0.592 3,0.300 2.314-5,0.178-2.450 1,-0.240 1.950-2,-0.758 1.762 2,-1.107 0.377-1,-0.464-0.816-1,0.172-0.531 1,0.466-0.136 1,-0.063-0.477 4,-0.798 1.063-5,0.191-1.557 1,0.788-1.655 1,-0.434 2.918-3,0.177 1.990 1,0.808-1.844 1,0.400 1.283-1,0.427 0.831 2,-0.086-2.576 1,-1.090-0.152-4,-0.583-2.564 3,-0.513 2.472 0,1.136-2.363-1,0.073 0.887-1,0.270-0.187 1,0.335-0.817-1,-0.053 2.058 1,0.260 1.540 1,0.410-2.840 0,0.175 1.319-1,0.135-1.313 1,0.091 0.901 0,-0.009-0.086-1,-0.057-0.501 0,-0.858 1.055 0,-0.595-0.128-1,0.223-2.156 0,-0.264 3.395 0,0.700-2.219 4,0.254 0.425-3,0.308-1.635-2,0.114 0.681 5,0.077 1.275-5,0.035 1.265 4,-0.018-2.247-3,-0.013-0.822 1,-0.007 0.688-2,-0.008 1.938 5,-0.017-1.964-4,-0.006 0.197 2,-0.002-0.886 1,0.004-0.135-4,-7.230-5.829 6,-0.059-0.188-6,-1.953-0.353-1,-1.815-1.521 0,3.918-0.166 3,0.211-0.455-1,-2.024-1.695-1,3.106 0.759 2,0.469-0.144 0,-1.046-1.096 1,1.264 0.308 0,-2.193-2.369-3,-2.107-2.679 5,4.867 4.358-3,-2.274-3.586-2,2.862 2.192 1,1.722-0.256 4,2.833 0.646 2,-2.318-0.373-4,-0.019-2.499-3,0.584 2.360 1,-0.442-0.194 0,-0.420-0.473 1,0.332 0.913-1,-0.701 0.630 2,-0.674-2.158 1,1.221 1.276-2,0.298-0.945-1,1.458 1.315 1,5.447 2.891 3,1.640 3.124-3,0.164 0.104-2,-0.704 0.030 2,1.613 0.010 0,-0.734 0.001 0,-0.354 0.348-2,0.022 2.960 1,-2.284 1.168 4,1.279 3.975-4,-1.546-0.766 0,1.472 3.720-2,-2.417-4.970 3,0.462 1.369 0,-1.331-2.112-1,-0.146-0.177 1,1.382 3.270 0,0.597 1.441 0,-0.008-1.304 1,-0.185-1.664 0,1.186 0.585 0,-1.042-1.400 0,-0.492 0.435-1,-2.570-0.957 1,-1.724 0.378 2,1.950 1.203-3,1.594-1.354-1,1.877-2.749 0,1.156-1.036 2,0.256-0.263 0,-0.343-0.944-3,3.137-0.148 1,-2.325-0.654 1,0.237-0.183 0,0.659-0.126-2,-1.006-0.077 2,-0.406-0.042 0,1.303-0.044 1,-1.131 0.042 1,-0.226 0.046 0,-0.040 0.026-4,0.436-2.473 4,-2.290-2.684-3,0.372-1.832-1,-0.848 0.786 1,0.956-1.994 0,-1.238 0.774 0,-0.335-1.599 2,-1.149 0.892-2,-1.080 1.267 2,-1.726 0.808-1,0.633-0.111 4,3.876 0.071-2,-0.946 0.635-3,0.478-2.782-2,-0.128 1.522 1,-0.189-0.082 4,-0.400-1.194-2,-1.756 0.875 1,-1.104 0.889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customXml" Target="../ink/ink4.xml"/><Relationship Id="rId7" Type="http://schemas.openxmlformats.org/officeDocument/2006/relationships/image" Target="../media/image5.png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32" Type="http://schemas.openxmlformats.org/officeDocument/2006/relationships/slideLayout" Target="../slideLayouts/slideLayout2.xml"/><Relationship Id="rId31" Type="http://schemas.openxmlformats.org/officeDocument/2006/relationships/image" Target="../media/image17.png"/><Relationship Id="rId30" Type="http://schemas.openxmlformats.org/officeDocument/2006/relationships/customXml" Target="../ink/ink15.xml"/><Relationship Id="rId3" Type="http://schemas.openxmlformats.org/officeDocument/2006/relationships/customXml" Target="../ink/ink2.xml"/><Relationship Id="rId29" Type="http://schemas.openxmlformats.org/officeDocument/2006/relationships/image" Target="../media/image16.png"/><Relationship Id="rId28" Type="http://schemas.openxmlformats.org/officeDocument/2006/relationships/customXml" Target="../ink/ink14.xml"/><Relationship Id="rId27" Type="http://schemas.openxmlformats.org/officeDocument/2006/relationships/image" Target="../media/image15.png"/><Relationship Id="rId26" Type="http://schemas.openxmlformats.org/officeDocument/2006/relationships/customXml" Target="../ink/ink13.xml"/><Relationship Id="rId25" Type="http://schemas.openxmlformats.org/officeDocument/2006/relationships/image" Target="../media/image14.png"/><Relationship Id="rId24" Type="http://schemas.openxmlformats.org/officeDocument/2006/relationships/customXml" Target="../ink/ink12.xml"/><Relationship Id="rId23" Type="http://schemas.openxmlformats.org/officeDocument/2006/relationships/image" Target="../media/image13.png"/><Relationship Id="rId22" Type="http://schemas.openxmlformats.org/officeDocument/2006/relationships/customXml" Target="../ink/ink11.xml"/><Relationship Id="rId21" Type="http://schemas.openxmlformats.org/officeDocument/2006/relationships/image" Target="../media/image12.png"/><Relationship Id="rId20" Type="http://schemas.openxmlformats.org/officeDocument/2006/relationships/customXml" Target="../ink/ink10.xml"/><Relationship Id="rId2" Type="http://schemas.openxmlformats.org/officeDocument/2006/relationships/image" Target="../media/image3.png"/><Relationship Id="rId19" Type="http://schemas.openxmlformats.org/officeDocument/2006/relationships/image" Target="../media/image11.png"/><Relationship Id="rId18" Type="http://schemas.openxmlformats.org/officeDocument/2006/relationships/customXml" Target="../ink/ink9.xml"/><Relationship Id="rId17" Type="http://schemas.openxmlformats.org/officeDocument/2006/relationships/image" Target="../media/image10.png"/><Relationship Id="rId16" Type="http://schemas.openxmlformats.org/officeDocument/2006/relationships/customXml" Target="../ink/ink8.xml"/><Relationship Id="rId15" Type="http://schemas.openxmlformats.org/officeDocument/2006/relationships/image" Target="../media/image9.png"/><Relationship Id="rId14" Type="http://schemas.openxmlformats.org/officeDocument/2006/relationships/customXml" Target="../ink/ink7.xml"/><Relationship Id="rId13" Type="http://schemas.openxmlformats.org/officeDocument/2006/relationships/image" Target="../media/image8.png"/><Relationship Id="rId12" Type="http://schemas.openxmlformats.org/officeDocument/2006/relationships/customXml" Target="../ink/ink6.xml"/><Relationship Id="rId11" Type="http://schemas.openxmlformats.org/officeDocument/2006/relationships/image" Target="../media/image7.png"/><Relationship Id="rId10" Type="http://schemas.openxmlformats.org/officeDocument/2006/relationships/customXml" Target="../ink/ink5.xml"/><Relationship Id="rId1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jpeg"/><Relationship Id="rId2" Type="http://schemas.openxmlformats.org/officeDocument/2006/relationships/image" Target="../media/image20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2430" y="227330"/>
            <a:ext cx="31997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RDMA</a:t>
            </a:r>
            <a:r>
              <a:rPr lang="zh-CN" altLang="en-US" sz="2800"/>
              <a:t>相关概念</a:t>
            </a:r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385" y="979170"/>
            <a:ext cx="5962650" cy="38004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2430" y="5009515"/>
            <a:ext cx="5024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RDMA: </a:t>
            </a:r>
            <a:r>
              <a:rPr lang="zh-CN" altLang="en-US">
                <a:solidFill>
                  <a:srgbClr val="FF0000"/>
                </a:solidFill>
              </a:rPr>
              <a:t>远程直接数据存储，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旁路技术绕过</a:t>
            </a:r>
            <a:r>
              <a:rPr lang="en-US" altLang="zh-CN">
                <a:solidFill>
                  <a:srgbClr val="FF0000"/>
                </a:solidFill>
              </a:rPr>
              <a:t>CPU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2940" y="5377815"/>
            <a:ext cx="53568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tx1"/>
                </a:solidFill>
              </a:rPr>
              <a:t>零拷贝：数据无需经过内核缓冲区</a:t>
            </a: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tx1"/>
                </a:solidFill>
              </a:rPr>
              <a:t>内核旁路：避免系统上下文切换</a:t>
            </a: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600">
                <a:solidFill>
                  <a:schemeClr val="tx1"/>
                </a:solidFill>
              </a:rPr>
              <a:t>CPU</a:t>
            </a:r>
            <a:r>
              <a:rPr lang="zh-CN" altLang="en-US" sz="1600">
                <a:solidFill>
                  <a:schemeClr val="tx1"/>
                </a:solidFill>
              </a:rPr>
              <a:t>卸载：数据传输不需要</a:t>
            </a:r>
            <a:r>
              <a:rPr lang="en-US" altLang="zh-CN" sz="1600">
                <a:solidFill>
                  <a:schemeClr val="tx1"/>
                </a:solidFill>
              </a:rPr>
              <a:t>CPU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39560" y="917575"/>
            <a:ext cx="2040255" cy="638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RDMA</a:t>
            </a:r>
            <a:r>
              <a:rPr lang="zh-CN" altLang="en-US">
                <a:solidFill>
                  <a:srgbClr val="FF0000"/>
                </a:solidFill>
              </a:rPr>
              <a:t>使用原因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89090" y="1409065"/>
            <a:ext cx="4175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分布式存储</a:t>
            </a:r>
            <a:r>
              <a:rPr lang="en-US" altLang="zh-CN"/>
              <a:t> / AI /HPC(</a:t>
            </a:r>
            <a:r>
              <a:rPr lang="zh-CN" altLang="en-US"/>
              <a:t>高性能计算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1" name="下箭头 10"/>
          <p:cNvSpPr/>
          <p:nvPr/>
        </p:nvSpPr>
        <p:spPr>
          <a:xfrm>
            <a:off x="8196580" y="1842135"/>
            <a:ext cx="360680" cy="367665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733540" y="2274570"/>
            <a:ext cx="449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数据中心高吞吐量、低延迟、低</a:t>
            </a:r>
            <a:r>
              <a:rPr lang="en-US" altLang="zh-CN"/>
              <a:t>CPU</a:t>
            </a:r>
            <a:r>
              <a:rPr lang="zh-CN" altLang="en-US"/>
              <a:t>开销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639560" y="2905125"/>
            <a:ext cx="2040255" cy="440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RDMA</a:t>
            </a:r>
            <a:r>
              <a:rPr lang="zh-CN" altLang="en-US">
                <a:solidFill>
                  <a:srgbClr val="FF0000"/>
                </a:solidFill>
              </a:rPr>
              <a:t>使用场景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71130" y="3301365"/>
            <a:ext cx="170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RDMA</a:t>
            </a:r>
            <a:r>
              <a:rPr lang="zh-CN" altLang="en-US"/>
              <a:t>继承方式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073775" y="4041140"/>
            <a:ext cx="240792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        InfiniBand</a:t>
            </a:r>
            <a:endParaRPr lang="en-US" altLang="zh-CN" sz="2000"/>
          </a:p>
          <a:p>
            <a:r>
              <a:rPr lang="zh-CN" altLang="en-US"/>
              <a:t>（</a:t>
            </a:r>
            <a:r>
              <a:rPr lang="en-US" altLang="zh-CN"/>
              <a:t>IB</a:t>
            </a:r>
            <a:r>
              <a:rPr lang="zh-CN" altLang="en-US"/>
              <a:t>网络，专用网络）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9249410" y="4071620"/>
            <a:ext cx="1930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基于传统以太网链路层协议</a:t>
            </a:r>
            <a:endParaRPr lang="zh-CN" altLang="en-US"/>
          </a:p>
        </p:txBody>
      </p:sp>
      <p:sp>
        <p:nvSpPr>
          <p:cNvPr id="21" name="左大括号 20"/>
          <p:cNvSpPr/>
          <p:nvPr/>
        </p:nvSpPr>
        <p:spPr>
          <a:xfrm rot="5400000">
            <a:off x="8525510" y="2778760"/>
            <a:ext cx="299085" cy="22783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左大括号 21"/>
          <p:cNvSpPr/>
          <p:nvPr/>
        </p:nvSpPr>
        <p:spPr>
          <a:xfrm rot="5400000">
            <a:off x="9749155" y="3842385"/>
            <a:ext cx="353060" cy="21901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425815" y="5119370"/>
            <a:ext cx="1052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RoCE</a:t>
            </a:r>
            <a:endParaRPr lang="en-US" altLang="zh-CN" sz="2400"/>
          </a:p>
        </p:txBody>
      </p:sp>
      <p:sp>
        <p:nvSpPr>
          <p:cNvPr id="24" name="文本框 23"/>
          <p:cNvSpPr txBox="1"/>
          <p:nvPr/>
        </p:nvSpPr>
        <p:spPr>
          <a:xfrm>
            <a:off x="10499725" y="5118735"/>
            <a:ext cx="1052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iWARP</a:t>
            </a:r>
            <a:endParaRPr lang="en-US" altLang="zh-CN" sz="2400"/>
          </a:p>
        </p:txBody>
      </p:sp>
      <p:sp>
        <p:nvSpPr>
          <p:cNvPr id="25" name="文本框 24"/>
          <p:cNvSpPr txBox="1"/>
          <p:nvPr/>
        </p:nvSpPr>
        <p:spPr>
          <a:xfrm>
            <a:off x="8268335" y="5566410"/>
            <a:ext cx="1751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UDP/IP</a:t>
            </a:r>
            <a:r>
              <a:rPr lang="zh-CN" altLang="en-US"/>
              <a:t>封装</a:t>
            </a:r>
            <a:r>
              <a:rPr lang="en-US" altLang="zh-CN"/>
              <a:t>RDMA</a:t>
            </a:r>
            <a:r>
              <a:rPr lang="zh-CN" altLang="en-US"/>
              <a:t>协议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452735" y="5566410"/>
            <a:ext cx="13563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TCP/IP</a:t>
            </a:r>
            <a:r>
              <a:rPr lang="zh-CN" altLang="en-US"/>
              <a:t>封装</a:t>
            </a:r>
            <a:r>
              <a:rPr lang="en-US" altLang="zh-CN"/>
              <a:t>RDMA</a:t>
            </a:r>
            <a:r>
              <a:rPr lang="zh-CN" altLang="en-US"/>
              <a:t>协议</a:t>
            </a:r>
            <a:endParaRPr lang="zh-CN" altLang="en-US"/>
          </a:p>
        </p:txBody>
      </p:sp>
      <p:sp>
        <p:nvSpPr>
          <p:cNvPr id="28" name="圆角矩形标注 27"/>
          <p:cNvSpPr/>
          <p:nvPr/>
        </p:nvSpPr>
        <p:spPr>
          <a:xfrm rot="16200000">
            <a:off x="3023235" y="2767965"/>
            <a:ext cx="1099820" cy="1499235"/>
          </a:xfrm>
          <a:prstGeom prst="wedgeRoundRect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823845" y="3138170"/>
            <a:ext cx="1441450" cy="929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sym typeface="+mn-ea"/>
              </a:rPr>
              <a:t>主要通过网卡和交换机协同实现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L2,L3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层功能</a:t>
            </a:r>
            <a:endParaRPr lang="zh-CN" altLang="en-US" sz="1400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五角星 29"/>
          <p:cNvSpPr/>
          <p:nvPr/>
        </p:nvSpPr>
        <p:spPr>
          <a:xfrm>
            <a:off x="11021060" y="4137025"/>
            <a:ext cx="374650" cy="382270"/>
          </a:xfrm>
          <a:prstGeom prst="star5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474980" y="751840"/>
            <a:ext cx="6487160" cy="3619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2430" y="156210"/>
            <a:ext cx="5290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数据中心网络架构和</a:t>
            </a:r>
            <a:r>
              <a:rPr lang="en-US" altLang="zh-CN" sz="2800"/>
              <a:t>RDMA</a:t>
            </a:r>
            <a:r>
              <a:rPr lang="zh-CN" altLang="en-US" sz="2800"/>
              <a:t>实现</a:t>
            </a:r>
            <a:endParaRPr lang="zh-CN" altLang="en-US" sz="2800"/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474980" y="751840"/>
            <a:ext cx="6487160" cy="3619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68275" y="1043305"/>
            <a:ext cx="6485890" cy="3797300"/>
            <a:chOff x="749" y="1669"/>
            <a:chExt cx="10214" cy="5980"/>
          </a:xfrm>
        </p:grpSpPr>
        <p:pic>
          <p:nvPicPr>
            <p:cNvPr id="6" name="图片 5" descr="deepseek_mermaid_20250701_0d5a7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9" y="1669"/>
              <a:ext cx="10215" cy="5981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1414" y="6252"/>
              <a:ext cx="1487" cy="406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/>
                <a:t>网卡</a:t>
              </a:r>
              <a:endParaRPr lang="zh-CN" altLang="en-US" sz="1600"/>
            </a:p>
          </p:txBody>
        </p:sp>
        <p:sp>
          <p:nvSpPr>
            <p:cNvPr id="9" name="矩形 8"/>
            <p:cNvSpPr/>
            <p:nvPr/>
          </p:nvSpPr>
          <p:spPr>
            <a:xfrm>
              <a:off x="3732" y="6252"/>
              <a:ext cx="1487" cy="406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/>
                <a:t>网卡</a:t>
              </a:r>
              <a:endParaRPr lang="zh-CN" altLang="en-US" sz="1600"/>
            </a:p>
          </p:txBody>
        </p:sp>
        <p:sp>
          <p:nvSpPr>
            <p:cNvPr id="10" name="矩形 9"/>
            <p:cNvSpPr/>
            <p:nvPr/>
          </p:nvSpPr>
          <p:spPr>
            <a:xfrm>
              <a:off x="6520" y="6252"/>
              <a:ext cx="1487" cy="406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/>
                <a:t>网卡</a:t>
              </a:r>
              <a:endParaRPr lang="zh-CN" altLang="en-US" sz="16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857" y="6252"/>
              <a:ext cx="1487" cy="406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/>
                <a:t>网卡</a:t>
              </a:r>
              <a:endParaRPr lang="zh-CN" altLang="en-US" sz="1600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16585" y="5205730"/>
            <a:ext cx="5755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叶脊网络（</a:t>
            </a:r>
            <a:r>
              <a:rPr lang="en-US" altLang="zh-CN"/>
              <a:t>Spine-Leaf</a:t>
            </a:r>
            <a:r>
              <a:rPr lang="zh-CN" altLang="en-US"/>
              <a:t>）</a:t>
            </a:r>
            <a:r>
              <a:rPr lang="en-US" altLang="zh-CN"/>
              <a:t>,CLOS</a:t>
            </a:r>
            <a:r>
              <a:rPr lang="zh-CN" altLang="en-US"/>
              <a:t>网络中的一种，此外还有胖树（</a:t>
            </a:r>
            <a:r>
              <a:rPr lang="en-US" altLang="zh-CN"/>
              <a:t>Fat-Tree</a:t>
            </a:r>
            <a:r>
              <a:rPr lang="zh-CN" altLang="en-US"/>
              <a:t>）三层架构。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567170" y="2506980"/>
            <a:ext cx="2011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叶交换机，</a:t>
            </a:r>
            <a:r>
              <a:rPr lang="en-US" altLang="zh-CN" sz="1600"/>
              <a:t>TOR</a:t>
            </a:r>
            <a:r>
              <a:rPr lang="zh-CN" altLang="en-US" sz="1600"/>
              <a:t>（</a:t>
            </a:r>
            <a:r>
              <a:rPr lang="en-US" altLang="zh-CN" sz="1600"/>
              <a:t>top-of-rank</a:t>
            </a:r>
            <a:r>
              <a:rPr lang="zh-CN" altLang="en-US" sz="1600"/>
              <a:t>）交换机，主要实现</a:t>
            </a:r>
            <a:r>
              <a:rPr lang="en-US" altLang="zh-CN" sz="1600"/>
              <a:t>L2</a:t>
            </a:r>
            <a:r>
              <a:rPr lang="zh-CN" altLang="en-US" sz="1600"/>
              <a:t>层。</a:t>
            </a:r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6567170" y="1183005"/>
            <a:ext cx="21355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脊交换机，叶和脊之间通过</a:t>
            </a:r>
            <a:r>
              <a:rPr lang="en-US" altLang="zh-CN" sz="1600"/>
              <a:t>ECMP</a:t>
            </a:r>
            <a:r>
              <a:rPr lang="zh-CN" altLang="en-US" sz="1600"/>
              <a:t>实现动态路径转发，实现</a:t>
            </a:r>
            <a:r>
              <a:rPr lang="en-US" altLang="zh-CN" sz="1600"/>
              <a:t>L3</a:t>
            </a:r>
            <a:r>
              <a:rPr lang="zh-CN" altLang="en-US" sz="1600"/>
              <a:t>层。</a:t>
            </a:r>
            <a:endParaRPr lang="zh-CN" altLang="en-US" sz="1600"/>
          </a:p>
        </p:txBody>
      </p:sp>
      <p:sp>
        <p:nvSpPr>
          <p:cNvPr id="17" name="右大括号 16"/>
          <p:cNvSpPr/>
          <p:nvPr/>
        </p:nvSpPr>
        <p:spPr>
          <a:xfrm>
            <a:off x="8754110" y="1292860"/>
            <a:ext cx="75565" cy="17627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004935" y="1936750"/>
            <a:ext cx="1075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交换机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926580" y="3940810"/>
            <a:ext cx="1292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终端网卡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881110" y="3106420"/>
            <a:ext cx="2937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交换机之间通过脊叶两层结构实现服务器的全连接。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15455" y="5066665"/>
            <a:ext cx="4505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RDMA</a:t>
            </a:r>
            <a:r>
              <a:rPr lang="zh-CN" altLang="en-US"/>
              <a:t>主要部署在</a:t>
            </a:r>
            <a:r>
              <a:rPr lang="zh-CN" altLang="en-US">
                <a:solidFill>
                  <a:srgbClr val="FF0000"/>
                </a:solidFill>
              </a:rPr>
              <a:t>终端网卡</a:t>
            </a:r>
            <a:r>
              <a:rPr lang="zh-CN" altLang="en-US"/>
              <a:t>或</a:t>
            </a:r>
            <a:r>
              <a:rPr lang="zh-CN" altLang="en-US">
                <a:solidFill>
                  <a:srgbClr val="FF0000"/>
                </a:solidFill>
              </a:rPr>
              <a:t>终端网卡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zh-CN" altLang="en-US">
                <a:solidFill>
                  <a:srgbClr val="FF0000"/>
                </a:solidFill>
              </a:rPr>
              <a:t>交换机</a:t>
            </a:r>
            <a:r>
              <a:rPr lang="zh-CN" altLang="en-US">
                <a:solidFill>
                  <a:schemeClr val="tx1"/>
                </a:solidFill>
              </a:rPr>
              <a:t>来实现。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2430" y="156210"/>
            <a:ext cx="5290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RDMA</a:t>
            </a:r>
            <a:r>
              <a:rPr lang="zh-CN" altLang="en-US" sz="2800"/>
              <a:t>的拥塞控制</a:t>
            </a:r>
            <a:endParaRPr lang="zh-CN" altLang="en-US" sz="2800"/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474980" y="751840"/>
            <a:ext cx="6487160" cy="3619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88645" y="916940"/>
            <a:ext cx="7268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incast</a:t>
            </a:r>
            <a:r>
              <a:rPr lang="zh-CN" altLang="en-US"/>
              <a:t>流量增多，多打一导致交换机队列缓存拥塞。以</a:t>
            </a:r>
            <a:r>
              <a:rPr lang="en-US" altLang="zh-CN"/>
              <a:t>RoCE v2</a:t>
            </a:r>
            <a:r>
              <a:rPr lang="zh-CN" altLang="en-US"/>
              <a:t>为例：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54710" y="1539240"/>
            <a:ext cx="1089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incast</a:t>
            </a:r>
            <a:r>
              <a:rPr lang="zh-CN" altLang="en-US"/>
              <a:t>流量增多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18515" y="1546225"/>
            <a:ext cx="1111250" cy="6877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948180" y="1916430"/>
            <a:ext cx="89217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2940050" y="1410970"/>
            <a:ext cx="2376170" cy="111188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105025" y="1607820"/>
            <a:ext cx="6877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略微拥塞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2967990" y="1505585"/>
            <a:ext cx="22498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接收端向发送端发送</a:t>
            </a:r>
            <a:r>
              <a:rPr lang="en-US" altLang="zh-CN"/>
              <a:t>ECN</a:t>
            </a:r>
            <a:r>
              <a:rPr lang="zh-CN" altLang="en-US"/>
              <a:t>标记，</a:t>
            </a:r>
            <a:r>
              <a:rPr lang="zh-CN" altLang="en-US">
                <a:solidFill>
                  <a:schemeClr val="accent1"/>
                </a:solidFill>
              </a:rPr>
              <a:t>全局控制</a:t>
            </a:r>
            <a:r>
              <a:rPr lang="zh-CN" altLang="en-US"/>
              <a:t>发送端流速（</a:t>
            </a:r>
            <a:r>
              <a:rPr lang="en-US" altLang="zh-CN"/>
              <a:t>L3</a:t>
            </a:r>
            <a:r>
              <a:rPr lang="zh-CN" altLang="en-US"/>
              <a:t>层）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281045" y="2639695"/>
            <a:ext cx="182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解决</a:t>
            </a:r>
            <a:r>
              <a:rPr lang="en-US" altLang="zh-CN" b="1">
                <a:solidFill>
                  <a:schemeClr val="accent4"/>
                </a:solidFill>
              </a:rPr>
              <a:t>≈90%</a:t>
            </a:r>
            <a:r>
              <a:rPr lang="zh-CN" altLang="en-US" b="1">
                <a:solidFill>
                  <a:schemeClr val="accent4"/>
                </a:solidFill>
              </a:rPr>
              <a:t>拥塞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56860" y="1600835"/>
            <a:ext cx="782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严重拥塞</a:t>
            </a:r>
            <a:endParaRPr lang="zh-CN" altLang="en-US" sz="1600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345430" y="1892300"/>
            <a:ext cx="727710" cy="8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6140450" y="1337310"/>
            <a:ext cx="2376170" cy="132461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200775" y="1400810"/>
            <a:ext cx="22498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相邻交换机使用</a:t>
            </a:r>
            <a:r>
              <a:rPr lang="en-US" altLang="zh-CN"/>
              <a:t>PFC</a:t>
            </a:r>
            <a:r>
              <a:rPr lang="zh-CN" altLang="en-US"/>
              <a:t>暂停上游发送，解决单跳拥塞，</a:t>
            </a:r>
            <a:r>
              <a:rPr lang="zh-CN" altLang="en-US">
                <a:solidFill>
                  <a:schemeClr val="accent1"/>
                </a:solidFill>
              </a:rPr>
              <a:t>局部控制</a:t>
            </a:r>
            <a:r>
              <a:rPr lang="zh-CN" altLang="en-US">
                <a:solidFill>
                  <a:schemeClr val="tx1"/>
                </a:solidFill>
              </a:rPr>
              <a:t>，最后防线</a:t>
            </a:r>
            <a:r>
              <a:rPr lang="zh-CN" altLang="en-US"/>
              <a:t>（</a:t>
            </a:r>
            <a:r>
              <a:rPr lang="en-US" altLang="zh-CN"/>
              <a:t>L2</a:t>
            </a:r>
            <a:r>
              <a:rPr lang="zh-CN" altLang="en-US"/>
              <a:t>层）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388735" y="2706370"/>
            <a:ext cx="182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解决</a:t>
            </a:r>
            <a:r>
              <a:rPr lang="en-US" altLang="zh-CN" b="1">
                <a:solidFill>
                  <a:schemeClr val="accent4"/>
                </a:solidFill>
              </a:rPr>
              <a:t>≈10%</a:t>
            </a:r>
            <a:r>
              <a:rPr lang="zh-CN" altLang="en-US" b="1">
                <a:solidFill>
                  <a:schemeClr val="accent4"/>
                </a:solidFill>
              </a:rPr>
              <a:t>拥塞</a:t>
            </a:r>
            <a:endParaRPr lang="zh-CN" altLang="en-US" b="1">
              <a:solidFill>
                <a:schemeClr val="accent4"/>
              </a:solidFill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8578215" y="1892935"/>
            <a:ext cx="584835" cy="215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517255" y="1600835"/>
            <a:ext cx="74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继续</a:t>
            </a:r>
            <a:endParaRPr lang="zh-CN" altLang="en-US" sz="1600"/>
          </a:p>
          <a:p>
            <a:r>
              <a:rPr lang="zh-CN" altLang="en-US" sz="1600"/>
              <a:t>拥塞</a:t>
            </a:r>
            <a:endParaRPr lang="zh-CN" altLang="en-US" sz="1600"/>
          </a:p>
        </p:txBody>
      </p:sp>
      <p:sp>
        <p:nvSpPr>
          <p:cNvPr id="26" name="圆角矩形 25"/>
          <p:cNvSpPr/>
          <p:nvPr/>
        </p:nvSpPr>
        <p:spPr>
          <a:xfrm>
            <a:off x="9224645" y="1363345"/>
            <a:ext cx="1894205" cy="125793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9340850" y="1531620"/>
            <a:ext cx="1744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交换机队列溢出，丢包重传，使用</a:t>
            </a:r>
            <a:r>
              <a:rPr lang="en-US" altLang="zh-CN"/>
              <a:t>Go-back-N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9388475" y="2736850"/>
            <a:ext cx="16973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拥塞控制失败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753735" y="3690620"/>
            <a:ext cx="56464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</a:t>
            </a:r>
            <a:r>
              <a:rPr lang="en-US" altLang="zh-CN"/>
              <a:t>server1</a:t>
            </a:r>
            <a:r>
              <a:rPr lang="zh-CN" altLang="en-US"/>
              <a:t>给</a:t>
            </a:r>
            <a:r>
              <a:rPr lang="en-US" altLang="zh-CN"/>
              <a:t>server3</a:t>
            </a:r>
            <a:r>
              <a:rPr lang="zh-CN" altLang="en-US"/>
              <a:t>发送数据：</a:t>
            </a:r>
            <a:endParaRPr lang="zh-CN" altLang="en-US"/>
          </a:p>
          <a:p>
            <a:endParaRPr lang="zh-CN" altLang="en-US"/>
          </a:p>
          <a:p>
            <a:pPr marL="342900" indent="-342900">
              <a:buFont typeface="+mj-lt"/>
              <a:buAutoNum type="arabicPeriod"/>
            </a:pPr>
            <a:r>
              <a:rPr lang="zh-CN" altLang="en-US" b="1">
                <a:solidFill>
                  <a:schemeClr val="tx1"/>
                </a:solidFill>
              </a:rPr>
              <a:t>交换机队列深度</a:t>
            </a:r>
            <a:r>
              <a:rPr lang="en-US" altLang="zh-CN" b="1">
                <a:solidFill>
                  <a:schemeClr val="tx1"/>
                </a:solidFill>
              </a:rPr>
              <a:t>&gt;PFC_MIN</a:t>
            </a:r>
            <a:r>
              <a:rPr lang="zh-CN" altLang="en-US" b="1">
                <a:solidFill>
                  <a:schemeClr val="tx1"/>
                </a:solidFill>
              </a:rPr>
              <a:t>：</a:t>
            </a:r>
            <a:r>
              <a:rPr lang="en-US" altLang="zh-CN"/>
              <a:t>server3</a:t>
            </a:r>
            <a:r>
              <a:rPr lang="zh-CN" altLang="en-US"/>
              <a:t>会给</a:t>
            </a:r>
            <a:r>
              <a:rPr lang="en-US" altLang="zh-CN"/>
              <a:t>server1</a:t>
            </a:r>
            <a:r>
              <a:rPr lang="zh-CN" altLang="en-US"/>
              <a:t>发送带</a:t>
            </a:r>
            <a:r>
              <a:rPr lang="en-US" altLang="zh-CN"/>
              <a:t>ECN </a:t>
            </a:r>
            <a:r>
              <a:rPr lang="en-US" altLang="zh-CN" sz="1600"/>
              <a:t>(Explicit Congestion Notification</a:t>
            </a:r>
            <a:r>
              <a:rPr lang="zh-CN" altLang="en-US" sz="1600"/>
              <a:t>，显式拥塞控制</a:t>
            </a:r>
            <a:r>
              <a:rPr lang="en-US" altLang="zh-CN" sz="1600"/>
              <a:t>) </a:t>
            </a:r>
            <a:r>
              <a:rPr lang="zh-CN" altLang="en-US"/>
              <a:t>标记的数据包。</a:t>
            </a:r>
            <a:endParaRPr lang="zh-CN" altLang="en-US"/>
          </a:p>
          <a:p>
            <a:pPr marL="342900" indent="-342900">
              <a:buFont typeface="+mj-lt"/>
              <a:buAutoNum type="arabicPeriod"/>
            </a:pPr>
            <a:endParaRPr lang="zh-CN" altLang="en-US"/>
          </a:p>
          <a:p>
            <a:pPr marL="342900" indent="-342900">
              <a:buFont typeface="+mj-lt"/>
              <a:buAutoNum type="arabicPeriod"/>
            </a:pPr>
            <a:r>
              <a:rPr lang="zh-CN" altLang="en-US" b="1"/>
              <a:t>交换机队列深度</a:t>
            </a:r>
            <a:r>
              <a:rPr lang="en-US" altLang="zh-CN" b="1"/>
              <a:t>&gt;PFC</a:t>
            </a:r>
            <a:r>
              <a:rPr lang="zh-CN" altLang="en-US" b="1"/>
              <a:t>阈值：</a:t>
            </a:r>
            <a:r>
              <a:rPr lang="en-US" altLang="zh-CN"/>
              <a:t>Leaf</a:t>
            </a:r>
            <a:r>
              <a:rPr lang="zh-CN" altLang="en-US"/>
              <a:t>交换机</a:t>
            </a:r>
            <a:r>
              <a:rPr lang="en-US" altLang="zh-CN"/>
              <a:t>1</a:t>
            </a:r>
            <a:r>
              <a:rPr lang="zh-CN" altLang="en-US"/>
              <a:t>会使用</a:t>
            </a:r>
            <a:r>
              <a:rPr lang="en-US" altLang="zh-CN"/>
              <a:t>PFC_Pause</a:t>
            </a:r>
            <a:r>
              <a:rPr lang="zh-CN" altLang="en-US"/>
              <a:t>停止</a:t>
            </a:r>
            <a:r>
              <a:rPr lang="en-US" altLang="zh-CN"/>
              <a:t>HAC</a:t>
            </a:r>
            <a:r>
              <a:rPr lang="zh-CN" altLang="en-US"/>
              <a:t>网卡上指定队列的流量。</a:t>
            </a:r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68" name="墨迹 67"/>
              <p14:cNvContentPartPr/>
              <p14:nvPr/>
            </p14:nvContentPartPr>
            <p14:xfrm>
              <a:off x="1812925" y="3562985"/>
              <a:ext cx="166370" cy="127635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2"/>
            </p:blipFill>
            <p:spPr>
              <a:xfrm>
                <a:off x="1812925" y="3562985"/>
                <a:ext cx="166370" cy="127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77" name="墨迹 76"/>
              <p14:cNvContentPartPr/>
              <p14:nvPr/>
            </p14:nvContentPartPr>
            <p14:xfrm>
              <a:off x="1278890" y="5173345"/>
              <a:ext cx="635" cy="635"/>
            </p14:xfrm>
          </p:contentPart>
        </mc:Choice>
        <mc:Fallback xmlns="">
          <p:pic>
            <p:nvPicPr>
              <p:cNvPr id="77" name="墨迹 76"/>
            </p:nvPicPr>
            <p:blipFill>
              <a:blip r:embed="rId4"/>
            </p:blipFill>
            <p:spPr>
              <a:xfrm>
                <a:off x="1278890" y="5173345"/>
                <a:ext cx="635" cy="635"/>
              </a:xfrm>
              <a:prstGeom prst="rect"/>
            </p:spPr>
          </p:pic>
        </mc:Fallback>
      </mc:AlternateContent>
      <p:grpSp>
        <p:nvGrpSpPr>
          <p:cNvPr id="2" name="组合 1"/>
          <p:cNvGrpSpPr/>
          <p:nvPr/>
        </p:nvGrpSpPr>
        <p:grpSpPr>
          <a:xfrm>
            <a:off x="86360" y="3146425"/>
            <a:ext cx="4980305" cy="3182620"/>
            <a:chOff x="136" y="4955"/>
            <a:chExt cx="7843" cy="5012"/>
          </a:xfrm>
        </p:grpSpPr>
        <p:grpSp>
          <p:nvGrpSpPr>
            <p:cNvPr id="62" name="组合 61"/>
            <p:cNvGrpSpPr/>
            <p:nvPr/>
          </p:nvGrpSpPr>
          <p:grpSpPr>
            <a:xfrm>
              <a:off x="364" y="4955"/>
              <a:ext cx="7615" cy="5012"/>
              <a:chOff x="930" y="2306"/>
              <a:chExt cx="11484" cy="8192"/>
            </a:xfrm>
          </p:grpSpPr>
          <p:grpSp>
            <p:nvGrpSpPr>
              <p:cNvPr id="39" name="组合 38"/>
              <p:cNvGrpSpPr/>
              <p:nvPr/>
            </p:nvGrpSpPr>
            <p:grpSpPr>
              <a:xfrm>
                <a:off x="930" y="2306"/>
                <a:ext cx="11484" cy="8192"/>
                <a:chOff x="749" y="1669"/>
                <a:chExt cx="10215" cy="5981"/>
              </a:xfrm>
            </p:grpSpPr>
            <p:pic>
              <p:nvPicPr>
                <p:cNvPr id="40" name="图片 39" descr="deepseek_mermaid_20250701_0d5a7d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9" y="1669"/>
                  <a:ext cx="10215" cy="5981"/>
                </a:xfrm>
                <a:prstGeom prst="rect">
                  <a:avLst/>
                </a:prstGeom>
              </p:spPr>
            </p:pic>
            <p:sp>
              <p:nvSpPr>
                <p:cNvPr id="41" name="矩形 40"/>
                <p:cNvSpPr/>
                <p:nvPr/>
              </p:nvSpPr>
              <p:spPr>
                <a:xfrm>
                  <a:off x="1414" y="6252"/>
                  <a:ext cx="1487" cy="40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000"/>
                    <a:t>网卡</a:t>
                  </a:r>
                  <a:endParaRPr lang="zh-CN" altLang="en-US" sz="1000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3732" y="6252"/>
                  <a:ext cx="1487" cy="40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000"/>
                    <a:t>网卡</a:t>
                  </a:r>
                  <a:endParaRPr lang="zh-CN" altLang="en-US" sz="1000"/>
                </a:p>
              </p:txBody>
            </p:sp>
            <p:sp>
              <p:nvSpPr>
                <p:cNvPr id="43" name="矩形 42"/>
                <p:cNvSpPr/>
                <p:nvPr/>
              </p:nvSpPr>
              <p:spPr>
                <a:xfrm>
                  <a:off x="6520" y="6252"/>
                  <a:ext cx="1487" cy="40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000"/>
                    <a:t>网卡</a:t>
                  </a:r>
                  <a:endParaRPr lang="zh-CN" altLang="en-US" sz="1000"/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8858" y="6252"/>
                  <a:ext cx="1488" cy="40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000"/>
                    <a:t>网卡</a:t>
                  </a:r>
                  <a:endParaRPr lang="zh-CN" altLang="en-US" sz="1000"/>
                </a:p>
              </p:txBody>
            </p:sp>
          </p:grpSp>
          <mc:AlternateContent xmlns:mc="http://schemas.openxmlformats.org/markup-compatibility/2006" xmlns:p14="http://schemas.microsoft.com/office/powerpoint/2010/main">
            <mc:Choice Requires="p14">
              <p:contentPart r:id="rId6" p14:bwMode="auto">
                <p14:nvContentPartPr>
                  <p14:cNvPr id="48" name="墨迹 47"/>
                  <p14:cNvContentPartPr/>
                  <p14:nvPr/>
                </p14:nvContentPartPr>
                <p14:xfrm>
                  <a:off x="2453" y="6920"/>
                  <a:ext cx="771" cy="1718"/>
                </p14:xfrm>
              </p:contentPart>
            </mc:Choice>
            <mc:Fallback xmlns="">
              <p:pic>
                <p:nvPicPr>
                  <p:cNvPr id="48" name="墨迹 47"/>
                </p:nvPicPr>
                <p:blipFill>
                  <a:blip r:embed="rId7"/>
                </p:blipFill>
                <p:spPr>
                  <a:xfrm>
                    <a:off x="2453" y="6920"/>
                    <a:ext cx="771" cy="1718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8" p14:bwMode="auto">
                <p14:nvContentPartPr>
                  <p14:cNvPr id="49" name="墨迹 48"/>
                  <p14:cNvContentPartPr/>
                  <p14:nvPr/>
                </p14:nvContentPartPr>
                <p14:xfrm>
                  <a:off x="3029" y="6932"/>
                  <a:ext cx="193" cy="244"/>
                </p14:xfrm>
              </p:contentPart>
            </mc:Choice>
            <mc:Fallback xmlns="">
              <p:pic>
                <p:nvPicPr>
                  <p:cNvPr id="49" name="墨迹 48"/>
                </p:nvPicPr>
                <p:blipFill>
                  <a:blip r:embed="rId9"/>
                </p:blipFill>
                <p:spPr>
                  <a:xfrm>
                    <a:off x="3029" y="6932"/>
                    <a:ext cx="193" cy="244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0" p14:bwMode="auto">
                <p14:nvContentPartPr>
                  <p14:cNvPr id="51" name="墨迹 50"/>
                  <p14:cNvContentPartPr/>
                  <p14:nvPr/>
                </p14:nvContentPartPr>
                <p14:xfrm>
                  <a:off x="3017" y="4005"/>
                  <a:ext cx="428" cy="1845"/>
                </p14:xfrm>
              </p:contentPart>
            </mc:Choice>
            <mc:Fallback xmlns="">
              <p:pic>
                <p:nvPicPr>
                  <p:cNvPr id="51" name="墨迹 50"/>
                </p:nvPicPr>
                <p:blipFill>
                  <a:blip r:embed="rId11"/>
                </p:blipFill>
                <p:spPr>
                  <a:xfrm>
                    <a:off x="3017" y="4005"/>
                    <a:ext cx="428" cy="1845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2" p14:bwMode="auto">
                <p14:nvContentPartPr>
                  <p14:cNvPr id="52" name="墨迹 51"/>
                  <p14:cNvContentPartPr/>
                  <p14:nvPr/>
                </p14:nvContentPartPr>
                <p14:xfrm>
                  <a:off x="3121" y="3926"/>
                  <a:ext cx="241" cy="287"/>
                </p14:xfrm>
              </p:contentPart>
            </mc:Choice>
            <mc:Fallback xmlns="">
              <p:pic>
                <p:nvPicPr>
                  <p:cNvPr id="52" name="墨迹 51"/>
                </p:nvPicPr>
                <p:blipFill>
                  <a:blip r:embed="rId13"/>
                </p:blipFill>
                <p:spPr>
                  <a:xfrm>
                    <a:off x="3121" y="3926"/>
                    <a:ext cx="241" cy="287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4" p14:bwMode="auto">
                <p14:nvContentPartPr>
                  <p14:cNvPr id="57" name="墨迹 56"/>
                  <p14:cNvContentPartPr/>
                  <p14:nvPr/>
                </p14:nvContentPartPr>
                <p14:xfrm>
                  <a:off x="4837" y="3903"/>
                  <a:ext cx="3606" cy="2132"/>
                </p14:xfrm>
              </p:contentPart>
            </mc:Choice>
            <mc:Fallback xmlns="">
              <p:pic>
                <p:nvPicPr>
                  <p:cNvPr id="57" name="墨迹 56"/>
                </p:nvPicPr>
                <p:blipFill>
                  <a:blip r:embed="rId15"/>
                </p:blipFill>
                <p:spPr>
                  <a:xfrm>
                    <a:off x="4837" y="3903"/>
                    <a:ext cx="3606" cy="2132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6" p14:bwMode="auto">
                <p14:nvContentPartPr>
                  <p14:cNvPr id="58" name="墨迹 57"/>
                  <p14:cNvContentPartPr/>
                  <p14:nvPr/>
                </p14:nvContentPartPr>
                <p14:xfrm>
                  <a:off x="8055" y="5872"/>
                  <a:ext cx="395" cy="301"/>
                </p14:xfrm>
              </p:contentPart>
            </mc:Choice>
            <mc:Fallback xmlns="">
              <p:pic>
                <p:nvPicPr>
                  <p:cNvPr id="58" name="墨迹 57"/>
                </p:nvPicPr>
                <p:blipFill>
                  <a:blip r:embed="rId17"/>
                </p:blipFill>
                <p:spPr>
                  <a:xfrm>
                    <a:off x="8055" y="5872"/>
                    <a:ext cx="395" cy="30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8" p14:bwMode="auto">
                <p14:nvContentPartPr>
                  <p14:cNvPr id="59" name="墨迹 58"/>
                  <p14:cNvContentPartPr/>
                  <p14:nvPr/>
                </p14:nvContentPartPr>
                <p14:xfrm>
                  <a:off x="8293" y="6920"/>
                  <a:ext cx="680" cy="1703"/>
                </p14:xfrm>
              </p:contentPart>
            </mc:Choice>
            <mc:Fallback xmlns="">
              <p:pic>
                <p:nvPicPr>
                  <p:cNvPr id="59" name="墨迹 58"/>
                </p:nvPicPr>
                <p:blipFill>
                  <a:blip r:embed="rId19"/>
                </p:blipFill>
                <p:spPr>
                  <a:xfrm>
                    <a:off x="8293" y="6920"/>
                    <a:ext cx="680" cy="1703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0" p14:bwMode="auto">
                <p14:nvContentPartPr>
                  <p14:cNvPr id="60" name="墨迹 59"/>
                  <p14:cNvContentPartPr/>
                  <p14:nvPr/>
                </p14:nvContentPartPr>
                <p14:xfrm>
                  <a:off x="8154" y="8272"/>
                  <a:ext cx="417" cy="376"/>
                </p14:xfrm>
              </p:contentPart>
            </mc:Choice>
            <mc:Fallback xmlns="">
              <p:pic>
                <p:nvPicPr>
                  <p:cNvPr id="60" name="墨迹 59"/>
                </p:nvPicPr>
                <p:blipFill>
                  <a:blip r:embed="rId21"/>
                </p:blipFill>
                <p:spPr>
                  <a:xfrm>
                    <a:off x="8154" y="8272"/>
                    <a:ext cx="417" cy="376"/>
                  </a:xfrm>
                  <a:prstGeom prst="rect"/>
                </p:spPr>
              </p:pic>
            </mc:Fallback>
          </mc:AlternateContent>
        </p:grpSp>
        <p:grpSp>
          <p:nvGrpSpPr>
            <p:cNvPr id="75" name="组合 74"/>
            <p:cNvGrpSpPr/>
            <p:nvPr/>
          </p:nvGrpSpPr>
          <p:grpSpPr>
            <a:xfrm>
              <a:off x="136" y="5732"/>
              <a:ext cx="5790" cy="3099"/>
              <a:chOff x="175" y="6251"/>
              <a:chExt cx="5790" cy="3099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994" y="6251"/>
                <a:ext cx="4971" cy="3099"/>
                <a:chOff x="994" y="6251"/>
                <a:chExt cx="4971" cy="3099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r:id="rId22" p14:bwMode="auto">
                  <p14:nvContentPartPr>
                    <p14:cNvPr id="66" name="墨迹 65"/>
                    <p14:cNvContentPartPr/>
                    <p14:nvPr/>
                  </p14:nvContentPartPr>
                  <p14:xfrm>
                    <a:off x="5535" y="8340"/>
                    <a:ext cx="431" cy="1011"/>
                  </p14:xfrm>
                </p:contentPart>
              </mc:Choice>
              <mc:Fallback xmlns="">
                <p:pic>
                  <p:nvPicPr>
                    <p:cNvPr id="66" name="墨迹 65"/>
                  </p:nvPicPr>
                  <p:blipFill>
                    <a:blip r:embed="rId23"/>
                  </p:blipFill>
                  <p:spPr>
                    <a:xfrm>
                      <a:off x="5535" y="8340"/>
                      <a:ext cx="431" cy="1011"/>
                    </a:xfrm>
                    <a:prstGeom prst="rect"/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r:id="rId24" p14:bwMode="auto">
                  <p14:nvContentPartPr>
                    <p14:cNvPr id="67" name="墨迹 66"/>
                    <p14:cNvContentPartPr/>
                    <p14:nvPr/>
                  </p14:nvContentPartPr>
                  <p14:xfrm>
                    <a:off x="2985" y="6251"/>
                    <a:ext cx="2661" cy="1390"/>
                  </p14:xfrm>
                </p:contentPart>
              </mc:Choice>
              <mc:Fallback xmlns="">
                <p:pic>
                  <p:nvPicPr>
                    <p:cNvPr id="67" name="墨迹 66"/>
                  </p:nvPicPr>
                  <p:blipFill>
                    <a:blip r:embed="rId25"/>
                  </p:blipFill>
                  <p:spPr>
                    <a:xfrm>
                      <a:off x="2985" y="6251"/>
                      <a:ext cx="2661" cy="1390"/>
                    </a:xfrm>
                    <a:prstGeom prst="rect"/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r:id="rId26" p14:bwMode="auto">
                  <p14:nvContentPartPr>
                    <p14:cNvPr id="69" name="墨迹 68"/>
                    <p14:cNvContentPartPr/>
                    <p14:nvPr/>
                  </p14:nvContentPartPr>
                  <p14:xfrm>
                    <a:off x="1474" y="6460"/>
                    <a:ext cx="392" cy="1139"/>
                  </p14:xfrm>
                </p:contentPart>
              </mc:Choice>
              <mc:Fallback xmlns="">
                <p:pic>
                  <p:nvPicPr>
                    <p:cNvPr id="69" name="墨迹 68"/>
                  </p:nvPicPr>
                  <p:blipFill>
                    <a:blip r:embed="rId27"/>
                  </p:blipFill>
                  <p:spPr>
                    <a:xfrm>
                      <a:off x="1474" y="6460"/>
                      <a:ext cx="392" cy="1139"/>
                    </a:xfrm>
                    <a:prstGeom prst="rect"/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r:id="rId28" p14:bwMode="auto">
                  <p14:nvContentPartPr>
                    <p14:cNvPr id="70" name="墨迹 69"/>
                    <p14:cNvContentPartPr/>
                    <p14:nvPr/>
                  </p14:nvContentPartPr>
                  <p14:xfrm>
                    <a:off x="994" y="8250"/>
                    <a:ext cx="742" cy="992"/>
                  </p14:xfrm>
                </p:contentPart>
              </mc:Choice>
              <mc:Fallback xmlns="">
                <p:pic>
                  <p:nvPicPr>
                    <p:cNvPr id="70" name="墨迹 69"/>
                  </p:nvPicPr>
                  <p:blipFill>
                    <a:blip r:embed="rId29"/>
                  </p:blipFill>
                  <p:spPr>
                    <a:xfrm>
                      <a:off x="994" y="8250"/>
                      <a:ext cx="742" cy="992"/>
                    </a:xfrm>
                    <a:prstGeom prst="rect"/>
                  </p:spPr>
                </p:pic>
              </mc:Fallback>
            </mc:AlternateContent>
          </p:grpSp>
          <p:sp>
            <p:nvSpPr>
              <p:cNvPr id="74" name="文本框 73"/>
              <p:cNvSpPr txBox="1"/>
              <p:nvPr/>
            </p:nvSpPr>
            <p:spPr>
              <a:xfrm>
                <a:off x="175" y="8659"/>
                <a:ext cx="129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>
                    <a:solidFill>
                      <a:schemeClr val="accent1"/>
                    </a:solidFill>
                  </a:rPr>
                  <a:t>ECN</a:t>
                </a:r>
                <a:endParaRPr lang="en-US" altLang="zh-CN" b="1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1507" y="7814"/>
              <a:ext cx="1472" cy="960"/>
              <a:chOff x="1546" y="8333"/>
              <a:chExt cx="1472" cy="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r:id="rId30" p14:bwMode="auto">
                <p14:nvContentPartPr>
                  <p14:cNvPr id="76" name="墨迹 75"/>
                  <p14:cNvContentPartPr/>
                  <p14:nvPr/>
                </p14:nvContentPartPr>
                <p14:xfrm>
                  <a:off x="1546" y="8333"/>
                  <a:ext cx="515" cy="961"/>
                </p14:xfrm>
              </p:contentPart>
            </mc:Choice>
            <mc:Fallback xmlns="">
              <p:pic>
                <p:nvPicPr>
                  <p:cNvPr id="76" name="墨迹 75"/>
                </p:nvPicPr>
                <p:blipFill>
                  <a:blip r:embed="rId31"/>
                </p:blipFill>
                <p:spPr>
                  <a:xfrm>
                    <a:off x="1546" y="8333"/>
                    <a:ext cx="515" cy="961"/>
                  </a:xfrm>
                  <a:prstGeom prst="rect"/>
                </p:spPr>
              </p:pic>
            </mc:Fallback>
          </mc:AlternateContent>
          <p:sp>
            <p:nvSpPr>
              <p:cNvPr id="78" name="文本框 77"/>
              <p:cNvSpPr txBox="1"/>
              <p:nvPr/>
            </p:nvSpPr>
            <p:spPr>
              <a:xfrm>
                <a:off x="1856" y="8679"/>
                <a:ext cx="116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>
                    <a:solidFill>
                      <a:schemeClr val="accent4"/>
                    </a:solidFill>
                  </a:rPr>
                  <a:t>PFC</a:t>
                </a:r>
                <a:endParaRPr lang="en-US" altLang="zh-CN" b="1">
                  <a:solidFill>
                    <a:schemeClr val="accent4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2430" y="156210"/>
            <a:ext cx="5290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RDMA</a:t>
            </a:r>
            <a:r>
              <a:rPr lang="zh-CN" altLang="en-US" sz="2800"/>
              <a:t>的拥塞控制分类</a:t>
            </a:r>
            <a:endParaRPr lang="en-US" altLang="zh-CN" sz="2800"/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474980" y="751840"/>
            <a:ext cx="6487160" cy="3619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72465" y="3244850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RDMA</a:t>
            </a:r>
            <a:r>
              <a:rPr lang="zh-CN" altLang="en-US"/>
              <a:t>拥塞控制</a:t>
            </a:r>
            <a:endParaRPr lang="zh-CN" altLang="en-US"/>
          </a:p>
        </p:txBody>
      </p:sp>
      <p:sp>
        <p:nvSpPr>
          <p:cNvPr id="35" name="左大括号 34"/>
          <p:cNvSpPr/>
          <p:nvPr/>
        </p:nvSpPr>
        <p:spPr>
          <a:xfrm>
            <a:off x="2450465" y="1280795"/>
            <a:ext cx="224790" cy="4356100"/>
          </a:xfrm>
          <a:prstGeom prst="leftBrace">
            <a:avLst>
              <a:gd name="adj1" fmla="val 73163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2814320" y="1263015"/>
            <a:ext cx="80803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预测</a:t>
            </a:r>
            <a:r>
              <a:rPr lang="en-US" altLang="zh-CN" b="1">
                <a:solidFill>
                  <a:schemeClr val="accent1"/>
                </a:solidFill>
              </a:rPr>
              <a:t>+</a:t>
            </a:r>
            <a:r>
              <a:rPr lang="zh-CN" altLang="en-US" b="1">
                <a:solidFill>
                  <a:schemeClr val="accent1"/>
                </a:solidFill>
              </a:rPr>
              <a:t>控速</a:t>
            </a:r>
            <a:r>
              <a:rPr lang="zh-CN" altLang="en-US"/>
              <a:t>：指通过收集延迟，</a:t>
            </a:r>
            <a:r>
              <a:rPr lang="en-US" altLang="zh-CN"/>
              <a:t>RTT</a:t>
            </a:r>
            <a:r>
              <a:rPr lang="zh-CN" altLang="en-US"/>
              <a:t>，队列长度，传输字节数，链路带宽等信息来预测拥塞，并控制发送端流的发送速率。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</a:rPr>
              <a:t>仅通过指标抑制发送端速率，不改变数据传输方式。</a:t>
            </a:r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755265" y="3743960"/>
            <a:ext cx="8578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改变数据传输方式：</a:t>
            </a:r>
            <a:r>
              <a:rPr lang="zh-CN" altLang="en-US">
                <a:solidFill>
                  <a:schemeClr val="tx1"/>
                </a:solidFill>
              </a:rPr>
              <a:t>指通过带宽聚合，修改重传机制，对流进行细粒度控制及动态路径分配等方案。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</a:rPr>
              <a:t>通过改变数据传输方式来缓解传输拥塞。</a:t>
            </a:r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232150" y="2207260"/>
            <a:ext cx="672211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基于</a:t>
            </a:r>
            <a:r>
              <a:rPr lang="en-US" altLang="zh-CN"/>
              <a:t>RTT</a:t>
            </a:r>
            <a:r>
              <a:rPr lang="zh-CN" altLang="en-US"/>
              <a:t>的拥塞控制算法（只涉及网卡，网卡计算）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基于</a:t>
            </a:r>
            <a:r>
              <a:rPr lang="en-US" altLang="zh-CN"/>
              <a:t>ECN</a:t>
            </a:r>
            <a:r>
              <a:rPr lang="zh-CN" altLang="en-US"/>
              <a:t>的拥塞控制算法（网卡计算，交换机启用</a:t>
            </a:r>
            <a:r>
              <a:rPr lang="en-US" altLang="zh-CN"/>
              <a:t>ECN</a:t>
            </a:r>
            <a:r>
              <a:rPr lang="zh-CN" altLang="en-US"/>
              <a:t>支持）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基于</a:t>
            </a:r>
            <a:r>
              <a:rPr lang="en-US" altLang="zh-CN"/>
              <a:t>INT</a:t>
            </a:r>
            <a:r>
              <a:rPr lang="zh-CN" altLang="en-US"/>
              <a:t>的拥塞控制算法（网卡和交换机均进行计算）</a:t>
            </a:r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232150" y="4467225"/>
            <a:ext cx="8376920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带宽聚合（将流拆分，并行传送，注意乱序重排，如</a:t>
            </a:r>
            <a:r>
              <a:rPr lang="en-US" altLang="zh-CN"/>
              <a:t>MP-RDMA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革新重传机制（模仿</a:t>
            </a:r>
            <a:r>
              <a:rPr lang="en-US" altLang="zh-CN"/>
              <a:t>TCP</a:t>
            </a:r>
            <a:r>
              <a:rPr lang="zh-CN" altLang="en-US"/>
              <a:t>，</a:t>
            </a:r>
            <a:r>
              <a:rPr lang="en-US" altLang="zh-CN"/>
              <a:t>NAK</a:t>
            </a:r>
            <a:r>
              <a:rPr lang="zh-CN" altLang="en-US"/>
              <a:t>，选择重传，如</a:t>
            </a:r>
            <a:r>
              <a:rPr lang="en-US" altLang="zh-CN"/>
              <a:t>IRN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动态路径分配（分层速率限制，主动对流</a:t>
            </a:r>
            <a:r>
              <a:rPr lang="en-US" altLang="zh-CN"/>
              <a:t>/</a:t>
            </a:r>
            <a:r>
              <a:rPr lang="zh-CN" altLang="en-US"/>
              <a:t>子流进行速率控制，如</a:t>
            </a:r>
            <a:r>
              <a:rPr lang="en-US" altLang="zh-CN"/>
              <a:t>Bifrost</a:t>
            </a:r>
            <a:r>
              <a:rPr lang="zh-CN" altLang="en-US"/>
              <a:t>，</a:t>
            </a:r>
            <a:r>
              <a:rPr lang="en-US" altLang="zh-CN"/>
              <a:t>Tassel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132830" y="6065520"/>
            <a:ext cx="4073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长距离</a:t>
            </a:r>
            <a:r>
              <a:rPr lang="zh-CN" altLang="en-US"/>
              <a:t>短距离，</a:t>
            </a:r>
            <a:r>
              <a:rPr lang="en-US" altLang="zh-CN">
                <a:highlight>
                  <a:srgbClr val="FFFF00"/>
                </a:highlight>
              </a:rPr>
              <a:t>DC</a:t>
            </a:r>
            <a:r>
              <a:rPr lang="zh-CN" altLang="en-US">
                <a:highlight>
                  <a:srgbClr val="FFFF00"/>
                </a:highlight>
              </a:rPr>
              <a:t>间</a:t>
            </a:r>
            <a:r>
              <a:rPr lang="zh-CN" altLang="en-US"/>
              <a:t>，</a:t>
            </a:r>
            <a:r>
              <a:rPr lang="en-US" altLang="zh-CN"/>
              <a:t>DC</a:t>
            </a:r>
            <a:r>
              <a:rPr lang="zh-CN" altLang="en-US"/>
              <a:t>内</a:t>
            </a:r>
            <a:endParaRPr lang="zh-CN" altLang="en-US"/>
          </a:p>
          <a:p>
            <a:r>
              <a:rPr lang="zh-CN" altLang="en-US"/>
              <a:t>两个分类，</a:t>
            </a:r>
            <a:r>
              <a:rPr lang="en-US" altLang="zh-CN"/>
              <a:t>DC</a:t>
            </a:r>
            <a:r>
              <a:rPr lang="zh-CN" altLang="en-US"/>
              <a:t>间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2430" y="156210"/>
            <a:ext cx="5290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预测</a:t>
            </a:r>
            <a:r>
              <a:rPr lang="en-US" altLang="zh-CN" sz="2800"/>
              <a:t>+</a:t>
            </a:r>
            <a:r>
              <a:rPr lang="zh-CN" altLang="en-US" sz="2800"/>
              <a:t>控速</a:t>
            </a:r>
            <a:endParaRPr lang="zh-CN" altLang="en-US" sz="2800"/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474980" y="751840"/>
            <a:ext cx="6487160" cy="3619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74980" y="842010"/>
            <a:ext cx="71659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ym typeface="+mn-ea"/>
              </a:rPr>
              <a:t>基于</a:t>
            </a:r>
            <a:r>
              <a:rPr lang="en-US" altLang="zh-CN" sz="2000">
                <a:sym typeface="+mn-ea"/>
              </a:rPr>
              <a:t>RTT</a:t>
            </a:r>
            <a:r>
              <a:rPr lang="zh-CN" altLang="en-US" sz="2000">
                <a:sym typeface="+mn-ea"/>
              </a:rPr>
              <a:t>的拥塞控制算法（只涉及网卡，网卡计算）</a:t>
            </a:r>
            <a:endParaRPr lang="zh-CN" altLang="en-US" sz="2000">
              <a:sym typeface="+mn-ea"/>
            </a:endParaRPr>
          </a:p>
        </p:txBody>
      </p:sp>
      <p:pic>
        <p:nvPicPr>
          <p:cNvPr id="7" name="图片 6" descr="ztMmbrb9"/>
          <p:cNvPicPr>
            <a:picLocks noChangeAspect="1"/>
          </p:cNvPicPr>
          <p:nvPr/>
        </p:nvPicPr>
        <p:blipFill>
          <a:blip r:embed="rId1"/>
          <a:srcRect l="25215" t="15396" r="25366"/>
          <a:stretch>
            <a:fillRect/>
          </a:stretch>
        </p:blipFill>
        <p:spPr>
          <a:xfrm>
            <a:off x="2011680" y="2143760"/>
            <a:ext cx="1054100" cy="1762125"/>
          </a:xfrm>
          <a:prstGeom prst="rect">
            <a:avLst/>
          </a:prstGeom>
        </p:spPr>
      </p:pic>
      <p:pic>
        <p:nvPicPr>
          <p:cNvPr id="10" name="图片 9" descr="ztMmbrb9"/>
          <p:cNvPicPr>
            <a:picLocks noChangeAspect="1"/>
          </p:cNvPicPr>
          <p:nvPr/>
        </p:nvPicPr>
        <p:blipFill>
          <a:blip r:embed="rId1"/>
          <a:srcRect l="28079" t="12530"/>
          <a:stretch>
            <a:fillRect/>
          </a:stretch>
        </p:blipFill>
        <p:spPr>
          <a:xfrm>
            <a:off x="9704070" y="2084070"/>
            <a:ext cx="1497965" cy="182181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3177540" y="2832735"/>
            <a:ext cx="6414135" cy="17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718945" y="3527425"/>
            <a:ext cx="2970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Sender</a:t>
            </a:r>
            <a:endParaRPr lang="en-US" altLang="zh-CN"/>
          </a:p>
          <a:p>
            <a:r>
              <a:rPr lang="zh-CN" altLang="en-US"/>
              <a:t>更新拥塞窗口（</a:t>
            </a:r>
            <a:r>
              <a:rPr lang="en-US" altLang="zh-CN"/>
              <a:t>CW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704070" y="3527425"/>
            <a:ext cx="2216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Receiver</a:t>
            </a:r>
            <a:endParaRPr lang="en-US" altLang="zh-CN"/>
          </a:p>
          <a:p>
            <a:r>
              <a:rPr lang="zh-CN" altLang="en-US"/>
              <a:t>反向发送测量包</a:t>
            </a:r>
            <a:endParaRPr lang="en-US" altLang="zh-CN"/>
          </a:p>
        </p:txBody>
      </p:sp>
      <p:cxnSp>
        <p:nvCxnSpPr>
          <p:cNvPr id="14" name="肘形连接符 13"/>
          <p:cNvCxnSpPr>
            <a:stCxn id="10" idx="0"/>
          </p:cNvCxnSpPr>
          <p:nvPr/>
        </p:nvCxnSpPr>
        <p:spPr>
          <a:xfrm rot="16200000" flipH="1" flipV="1">
            <a:off x="6341110" y="-1968500"/>
            <a:ext cx="59690" cy="8164830"/>
          </a:xfrm>
          <a:prstGeom prst="bentConnector3">
            <a:avLst>
              <a:gd name="adj1" fmla="val -398936"/>
            </a:avLst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369310" y="2402840"/>
            <a:ext cx="1073785" cy="340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measure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4689475" y="2402840"/>
            <a:ext cx="1073785" cy="3403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pkt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6320790" y="2402840"/>
            <a:ext cx="1073785" cy="340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measure</a:t>
            </a:r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>
            <a:off x="7640955" y="2402840"/>
            <a:ext cx="1073785" cy="3403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pkt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7695565" y="1416685"/>
            <a:ext cx="4310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反向信道测量的</a:t>
            </a:r>
            <a:r>
              <a:rPr lang="en-US" altLang="zh-CN"/>
              <a:t>ACK</a:t>
            </a:r>
            <a:r>
              <a:rPr lang="zh-CN" altLang="en-US"/>
              <a:t>包最高优先级发送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74980" y="4531360"/>
            <a:ext cx="6383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代表算法：</a:t>
            </a:r>
            <a:r>
              <a:rPr lang="en-US" altLang="zh-CN"/>
              <a:t>Timely</a:t>
            </a:r>
            <a:r>
              <a:rPr lang="zh-CN" altLang="en-US"/>
              <a:t>，</a:t>
            </a:r>
            <a:r>
              <a:rPr lang="en-US" altLang="zh-CN"/>
              <a:t>Swift</a:t>
            </a:r>
            <a:r>
              <a:rPr lang="zh-CN" altLang="en-US"/>
              <a:t>，</a:t>
            </a:r>
            <a:r>
              <a:rPr lang="en-US" altLang="zh-CN"/>
              <a:t>Protenus</a:t>
            </a:r>
            <a:r>
              <a:rPr lang="zh-CN" altLang="en-US"/>
              <a:t>，</a:t>
            </a:r>
            <a:r>
              <a:rPr lang="en-US" altLang="zh-CN">
                <a:highlight>
                  <a:srgbClr val="FFFF00"/>
                </a:highlight>
              </a:rPr>
              <a:t>BICC</a:t>
            </a:r>
            <a:r>
              <a:rPr lang="zh-CN" altLang="en-US">
                <a:highlight>
                  <a:srgbClr val="FFFF00"/>
                </a:highlight>
              </a:rPr>
              <a:t>，</a:t>
            </a:r>
            <a:r>
              <a:rPr lang="en-US" altLang="zh-CN">
                <a:highlight>
                  <a:srgbClr val="FFFF00"/>
                </a:highlight>
              </a:rPr>
              <a:t>LSCC</a:t>
            </a:r>
            <a:r>
              <a:rPr lang="zh-CN" altLang="en-US"/>
              <a:t>（</a:t>
            </a:r>
            <a:r>
              <a:rPr lang="en-US" altLang="zh-CN"/>
              <a:t>INT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28" name="图片 27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1920" y="1896745"/>
            <a:ext cx="1974215" cy="108775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474980" y="2983865"/>
            <a:ext cx="1471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6"/>
                </a:solidFill>
              </a:rPr>
              <a:t>每个</a:t>
            </a:r>
            <a:r>
              <a:rPr lang="en-US" altLang="zh-CN">
                <a:solidFill>
                  <a:schemeClr val="accent6"/>
                </a:solidFill>
              </a:rPr>
              <a:t>RTT</a:t>
            </a:r>
            <a:r>
              <a:rPr lang="zh-CN" altLang="en-US">
                <a:solidFill>
                  <a:schemeClr val="accent6"/>
                </a:solidFill>
              </a:rPr>
              <a:t>更新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571625" y="5332730"/>
            <a:ext cx="6383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RTT</a:t>
            </a:r>
            <a:r>
              <a:rPr lang="zh-CN" altLang="en-US"/>
              <a:t>，</a:t>
            </a:r>
            <a:r>
              <a:rPr lang="en-US" altLang="zh-CN"/>
              <a:t>RTT</a:t>
            </a:r>
            <a:r>
              <a:rPr lang="zh-CN" altLang="en-US"/>
              <a:t>梯度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延迟，</a:t>
            </a:r>
            <a:r>
              <a:rPr lang="zh-CN" altLang="en-US"/>
              <a:t>延迟梯度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74980" y="4932045"/>
            <a:ext cx="1163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测量参数：</a:t>
            </a:r>
            <a:endParaRPr lang="zh-CN" altLang="en-US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2430" y="156210"/>
            <a:ext cx="5290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预测</a:t>
            </a:r>
            <a:r>
              <a:rPr lang="en-US" altLang="zh-CN" sz="2800"/>
              <a:t>+</a:t>
            </a:r>
            <a:r>
              <a:rPr lang="zh-CN" altLang="en-US" sz="2800"/>
              <a:t>控速</a:t>
            </a:r>
            <a:endParaRPr lang="zh-CN" altLang="en-US" sz="2800"/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474980" y="751840"/>
            <a:ext cx="6487160" cy="3619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92430" y="756920"/>
            <a:ext cx="90671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ym typeface="+mn-ea"/>
              </a:rPr>
              <a:t>基于</a:t>
            </a:r>
            <a:r>
              <a:rPr lang="en-US" altLang="zh-CN" sz="2000">
                <a:sym typeface="+mn-ea"/>
              </a:rPr>
              <a:t>ECN</a:t>
            </a:r>
            <a:r>
              <a:rPr lang="zh-CN" altLang="en-US" sz="2000">
                <a:sym typeface="+mn-ea"/>
              </a:rPr>
              <a:t>的拥塞控制算法（网卡计算，交换机启用</a:t>
            </a:r>
            <a:r>
              <a:rPr lang="en-US" altLang="zh-CN" sz="2000">
                <a:sym typeface="+mn-ea"/>
              </a:rPr>
              <a:t>ECN</a:t>
            </a:r>
            <a:r>
              <a:rPr lang="zh-CN" altLang="en-US" sz="2000">
                <a:sym typeface="+mn-ea"/>
              </a:rPr>
              <a:t>支持）</a:t>
            </a:r>
            <a:endParaRPr lang="zh-CN" altLang="en-US" sz="2000">
              <a:sym typeface="+mn-ea"/>
            </a:endParaRPr>
          </a:p>
        </p:txBody>
      </p:sp>
      <p:pic>
        <p:nvPicPr>
          <p:cNvPr id="7" name="图片 6" descr="ztMmbrb9"/>
          <p:cNvPicPr>
            <a:picLocks noChangeAspect="1"/>
          </p:cNvPicPr>
          <p:nvPr/>
        </p:nvPicPr>
        <p:blipFill>
          <a:blip r:embed="rId1"/>
          <a:srcRect t="15396" r="25366"/>
          <a:stretch>
            <a:fillRect/>
          </a:stretch>
        </p:blipFill>
        <p:spPr>
          <a:xfrm>
            <a:off x="1487805" y="2049145"/>
            <a:ext cx="1554480" cy="1762125"/>
          </a:xfrm>
          <a:prstGeom prst="rect">
            <a:avLst/>
          </a:prstGeom>
        </p:spPr>
      </p:pic>
      <p:pic>
        <p:nvPicPr>
          <p:cNvPr id="10" name="图片 9" descr="ztMmbrb9"/>
          <p:cNvPicPr>
            <a:picLocks noChangeAspect="1"/>
          </p:cNvPicPr>
          <p:nvPr/>
        </p:nvPicPr>
        <p:blipFill>
          <a:blip r:embed="rId1"/>
          <a:srcRect l="28079" t="12530"/>
          <a:stretch>
            <a:fillRect/>
          </a:stretch>
        </p:blipFill>
        <p:spPr>
          <a:xfrm>
            <a:off x="9680575" y="1989455"/>
            <a:ext cx="1497965" cy="182181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3154045" y="2752725"/>
            <a:ext cx="1606550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695450" y="3432810"/>
            <a:ext cx="2970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Sender</a:t>
            </a:r>
            <a:endParaRPr lang="en-US" altLang="zh-CN"/>
          </a:p>
          <a:p>
            <a:r>
              <a:rPr lang="zh-CN" altLang="en-US"/>
              <a:t>更新拥塞窗口（</a:t>
            </a:r>
            <a:r>
              <a:rPr lang="en-US" altLang="zh-CN"/>
              <a:t>CW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610600" y="3432810"/>
            <a:ext cx="35121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Receiver</a:t>
            </a:r>
            <a:endParaRPr lang="en-US" altLang="zh-CN"/>
          </a:p>
          <a:p>
            <a:r>
              <a:rPr lang="en-US" altLang="zh-CN"/>
              <a:t>            </a:t>
            </a:r>
            <a:r>
              <a:rPr lang="zh-CN" altLang="en-US"/>
              <a:t>收到</a:t>
            </a:r>
            <a:r>
              <a:rPr lang="en-US" altLang="zh-CN"/>
              <a:t>ECN</a:t>
            </a:r>
            <a:r>
              <a:rPr lang="zh-CN" altLang="en-US"/>
              <a:t>，发送</a:t>
            </a:r>
            <a:r>
              <a:rPr lang="en-US" altLang="zh-CN"/>
              <a:t>CNP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Congestion Notification Packet</a:t>
            </a:r>
            <a:r>
              <a:rPr lang="zh-CN" altLang="en-US"/>
              <a:t>）</a:t>
            </a:r>
            <a:endParaRPr lang="zh-CN" altLang="en-US"/>
          </a:p>
        </p:txBody>
      </p:sp>
      <p:cxnSp>
        <p:nvCxnSpPr>
          <p:cNvPr id="14" name="肘形连接符 13"/>
          <p:cNvCxnSpPr>
            <a:stCxn id="10" idx="0"/>
            <a:endCxn id="7" idx="0"/>
          </p:cNvCxnSpPr>
          <p:nvPr/>
        </p:nvCxnSpPr>
        <p:spPr>
          <a:xfrm rot="16200000" flipH="1" flipV="1">
            <a:off x="6317615" y="-2063115"/>
            <a:ext cx="59690" cy="8164830"/>
          </a:xfrm>
          <a:prstGeom prst="bentConnector3">
            <a:avLst>
              <a:gd name="adj1" fmla="val -39893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rcRect t="47338"/>
          <a:stretch>
            <a:fillRect/>
          </a:stretch>
        </p:blipFill>
        <p:spPr>
          <a:xfrm>
            <a:off x="5208270" y="2270125"/>
            <a:ext cx="1844040" cy="1062355"/>
          </a:xfrm>
          <a:prstGeom prst="rect">
            <a:avLst/>
          </a:prstGeom>
        </p:spPr>
      </p:pic>
      <p:cxnSp>
        <p:nvCxnSpPr>
          <p:cNvPr id="2" name="直接箭头连接符 1"/>
          <p:cNvCxnSpPr/>
          <p:nvPr/>
        </p:nvCxnSpPr>
        <p:spPr>
          <a:xfrm flipV="1">
            <a:off x="7499985" y="2701925"/>
            <a:ext cx="1606550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8" name="图片 27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1920" y="1896110"/>
            <a:ext cx="1974215" cy="108775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343535" y="2939415"/>
            <a:ext cx="1621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6"/>
                </a:solidFill>
              </a:rPr>
              <a:t>根据</a:t>
            </a:r>
            <a:r>
              <a:rPr lang="en-US" altLang="zh-CN">
                <a:solidFill>
                  <a:schemeClr val="accent6"/>
                </a:solidFill>
              </a:rPr>
              <a:t>CNP</a:t>
            </a:r>
            <a:r>
              <a:rPr lang="zh-CN" altLang="en-US">
                <a:solidFill>
                  <a:schemeClr val="accent6"/>
                </a:solidFill>
              </a:rPr>
              <a:t>更新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74285" y="3432810"/>
            <a:ext cx="27425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Switch</a:t>
            </a:r>
            <a:endParaRPr lang="en-US" altLang="zh-CN"/>
          </a:p>
          <a:p>
            <a:r>
              <a:rPr lang="zh-CN" altLang="en-US"/>
              <a:t>标记</a:t>
            </a:r>
            <a:r>
              <a:rPr lang="en-US" altLang="zh-CN"/>
              <a:t>ECN</a:t>
            </a:r>
            <a:r>
              <a:rPr lang="zh-CN" altLang="en-US"/>
              <a:t>流量</a:t>
            </a:r>
            <a:r>
              <a:rPr lang="en-US" altLang="zh-CN"/>
              <a:t>( IP </a:t>
            </a:r>
            <a:r>
              <a:rPr lang="zh-CN" altLang="en-US"/>
              <a:t>头</a:t>
            </a:r>
            <a:r>
              <a:rPr lang="en-US" altLang="zh-CN"/>
              <a:t> ECN </a:t>
            </a:r>
            <a:r>
              <a:rPr lang="zh-CN" altLang="en-US"/>
              <a:t>字段设为</a:t>
            </a:r>
            <a:r>
              <a:rPr lang="en-US" altLang="zh-CN"/>
              <a:t> CE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3420110" y="2270125"/>
            <a:ext cx="1073785" cy="3403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pkt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7766685" y="2270125"/>
            <a:ext cx="1073785" cy="3403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pkt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3728085" y="1295400"/>
            <a:ext cx="1073785" cy="340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CNP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7052310" y="1295400"/>
            <a:ext cx="1073785" cy="340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CNP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668655" y="4455160"/>
            <a:ext cx="6383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代表算法：</a:t>
            </a:r>
            <a:r>
              <a:rPr lang="en-US" altLang="zh-CN"/>
              <a:t>DCQCN</a:t>
            </a:r>
            <a:r>
              <a:rPr lang="zh-CN" altLang="en-US"/>
              <a:t>，</a:t>
            </a:r>
            <a:r>
              <a:rPr lang="en-US" altLang="zh-CN"/>
              <a:t>Annulus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1821180" y="5200650"/>
            <a:ext cx="99758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需要降速</a:t>
            </a:r>
            <a:r>
              <a:rPr lang="en-US" altLang="zh-CN"/>
              <a:t>QP(Queue Pair)</a:t>
            </a:r>
            <a:r>
              <a:rPr lang="zh-CN" altLang="en-US"/>
              <a:t>编号（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</a:rPr>
              <a:t>直接锁定发送端的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</a:rPr>
              <a:t>QP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</a:rPr>
              <a:t>，精准打击而非全局限速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ECN Bits</a:t>
            </a:r>
            <a:r>
              <a:rPr lang="zh-CN" altLang="en-US"/>
              <a:t>（拥塞程度，</a:t>
            </a:r>
            <a:r>
              <a:rPr lang="en-US" altLang="zh-CN"/>
              <a:t>1</a:t>
            </a:r>
            <a:r>
              <a:rPr lang="zh-CN" altLang="en-US"/>
              <a:t>轻度，</a:t>
            </a:r>
            <a:r>
              <a:rPr lang="en-US" altLang="zh-CN"/>
              <a:t>2</a:t>
            </a:r>
            <a:r>
              <a:rPr lang="zh-CN" altLang="en-US"/>
              <a:t>重度）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qcn_seqnum</a:t>
            </a:r>
            <a:r>
              <a:rPr lang="zh-CN" altLang="en-US"/>
              <a:t>（序列号，避免同一拥塞事件多次触发重传）</a:t>
            </a:r>
            <a:r>
              <a:rPr lang="zh-CN" altLang="en-US">
                <a:highlight>
                  <a:srgbClr val="FFFF00"/>
                </a:highlight>
              </a:rPr>
              <a:t>占比，维度，参量变化调整，分析理论</a:t>
            </a:r>
            <a:endParaRPr lang="zh-CN" altLang="en-US">
              <a:highlight>
                <a:srgbClr val="FFFF00"/>
              </a:highlight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RTT</a:t>
            </a:r>
            <a:r>
              <a:rPr lang="zh-CN" altLang="en-US">
                <a:sym typeface="+mn-ea"/>
              </a:rPr>
              <a:t>，延迟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68655" y="4900295"/>
            <a:ext cx="1163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测量参数：</a:t>
            </a:r>
            <a:endParaRPr lang="zh-CN" altLang="en-US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2430" y="156210"/>
            <a:ext cx="5290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预测</a:t>
            </a:r>
            <a:r>
              <a:rPr lang="en-US" altLang="zh-CN" sz="2800"/>
              <a:t>+</a:t>
            </a:r>
            <a:r>
              <a:rPr lang="zh-CN" altLang="en-US" sz="2800"/>
              <a:t>控速</a:t>
            </a:r>
            <a:endParaRPr lang="zh-CN" altLang="en-US" sz="2800"/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474980" y="751840"/>
            <a:ext cx="6487160" cy="3619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74980" y="678180"/>
            <a:ext cx="7407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ym typeface="+mn-ea"/>
              </a:rPr>
              <a:t>基于</a:t>
            </a:r>
            <a:r>
              <a:rPr lang="en-US" altLang="zh-CN" sz="2000"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的拥塞控制算法（网卡和交换机均进行计算）</a:t>
            </a:r>
            <a:endParaRPr lang="zh-CN" altLang="en-US" sz="2000">
              <a:sym typeface="+mn-ea"/>
            </a:endParaRPr>
          </a:p>
        </p:txBody>
      </p:sp>
      <p:pic>
        <p:nvPicPr>
          <p:cNvPr id="7" name="图片 6" descr="ztMmbrb9"/>
          <p:cNvPicPr>
            <a:picLocks noChangeAspect="1"/>
          </p:cNvPicPr>
          <p:nvPr/>
        </p:nvPicPr>
        <p:blipFill>
          <a:blip r:embed="rId1"/>
          <a:srcRect l="22896" t="15396" r="25366"/>
          <a:stretch>
            <a:fillRect/>
          </a:stretch>
        </p:blipFill>
        <p:spPr>
          <a:xfrm>
            <a:off x="1443990" y="2049145"/>
            <a:ext cx="1077595" cy="1762125"/>
          </a:xfrm>
          <a:prstGeom prst="rect">
            <a:avLst/>
          </a:prstGeom>
        </p:spPr>
      </p:pic>
      <p:pic>
        <p:nvPicPr>
          <p:cNvPr id="10" name="图片 9" descr="ztMmbrb9"/>
          <p:cNvPicPr>
            <a:picLocks noChangeAspect="1"/>
          </p:cNvPicPr>
          <p:nvPr/>
        </p:nvPicPr>
        <p:blipFill>
          <a:blip r:embed="rId1"/>
          <a:srcRect l="28079" t="12530"/>
          <a:stretch>
            <a:fillRect/>
          </a:stretch>
        </p:blipFill>
        <p:spPr>
          <a:xfrm>
            <a:off x="9680575" y="1989455"/>
            <a:ext cx="1497965" cy="182181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2887345" y="2017395"/>
            <a:ext cx="64135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088390" y="3425825"/>
            <a:ext cx="297053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 Sender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610600" y="3432810"/>
            <a:ext cx="351218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           Receiver</a:t>
            </a:r>
            <a:endParaRPr lang="en-US" altLang="zh-CN"/>
          </a:p>
          <a:p>
            <a:r>
              <a:rPr lang="en-US" altLang="zh-CN"/>
              <a:t>          </a:t>
            </a:r>
            <a:endParaRPr lang="zh-CN" altLang="en-US"/>
          </a:p>
        </p:txBody>
      </p:sp>
      <p:pic>
        <p:nvPicPr>
          <p:cNvPr id="28" name="图片 27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11455" y="1896110"/>
            <a:ext cx="1974215" cy="108775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95580" y="2939415"/>
            <a:ext cx="14192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6"/>
                </a:solidFill>
              </a:rPr>
              <a:t>每个</a:t>
            </a:r>
            <a:r>
              <a:rPr lang="en-US" altLang="zh-CN">
                <a:solidFill>
                  <a:schemeClr val="accent6"/>
                </a:solidFill>
              </a:rPr>
              <a:t>ACK</a:t>
            </a:r>
            <a:r>
              <a:rPr lang="zh-CN" altLang="en-US">
                <a:solidFill>
                  <a:schemeClr val="accent6"/>
                </a:solidFill>
              </a:rPr>
              <a:t>调整流速</a:t>
            </a:r>
            <a:r>
              <a:rPr lang="en-US" altLang="zh-CN">
                <a:solidFill>
                  <a:schemeClr val="accent6"/>
                </a:solidFill>
              </a:rPr>
              <a:t> </a:t>
            </a:r>
            <a:endParaRPr lang="en-US" altLang="zh-CN">
              <a:solidFill>
                <a:schemeClr val="accent6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8485" y="4711065"/>
            <a:ext cx="6383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代表算法：</a:t>
            </a:r>
            <a:r>
              <a:rPr lang="en-US" altLang="zh-CN">
                <a:solidFill>
                  <a:schemeClr val="tx1"/>
                </a:solidFill>
              </a:rPr>
              <a:t>HPCC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PACC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Swing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PowerTCP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b="58731"/>
          <a:stretch>
            <a:fillRect/>
          </a:stretch>
        </p:blipFill>
        <p:spPr>
          <a:xfrm>
            <a:off x="4397375" y="2629535"/>
            <a:ext cx="1412240" cy="6375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642360" y="1851978"/>
            <a:ext cx="1073785" cy="3403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pkt</a:t>
            </a:r>
            <a:endParaRPr lang="en-US" altLang="zh-CN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4927600" y="2017395"/>
            <a:ext cx="64135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7241540" y="2017395"/>
            <a:ext cx="64135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5809615" y="1848168"/>
            <a:ext cx="1238250" cy="347980"/>
            <a:chOff x="8949" y="2814"/>
            <a:chExt cx="1950" cy="548"/>
          </a:xfrm>
        </p:grpSpPr>
        <p:sp>
          <p:nvSpPr>
            <p:cNvPr id="27" name="矩形 26"/>
            <p:cNvSpPr/>
            <p:nvPr/>
          </p:nvSpPr>
          <p:spPr>
            <a:xfrm>
              <a:off x="8949" y="2820"/>
              <a:ext cx="1691" cy="53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/>
                <a:t>pkt</a:t>
              </a:r>
              <a:endParaRPr lang="en-US" altLang="zh-CN"/>
            </a:p>
          </p:txBody>
        </p:sp>
        <p:sp>
          <p:nvSpPr>
            <p:cNvPr id="30" name="矩形 29"/>
            <p:cNvSpPr/>
            <p:nvPr/>
          </p:nvSpPr>
          <p:spPr>
            <a:xfrm>
              <a:off x="10643" y="2814"/>
              <a:ext cx="257" cy="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8044815" y="1848485"/>
            <a:ext cx="1398270" cy="347980"/>
            <a:chOff x="12669" y="2911"/>
            <a:chExt cx="2202" cy="548"/>
          </a:xfrm>
        </p:grpSpPr>
        <p:sp>
          <p:nvSpPr>
            <p:cNvPr id="18" name="矩形 17"/>
            <p:cNvSpPr/>
            <p:nvPr/>
          </p:nvSpPr>
          <p:spPr>
            <a:xfrm>
              <a:off x="12669" y="2917"/>
              <a:ext cx="1691" cy="53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/>
                <a:t>pkt</a:t>
              </a:r>
              <a:endParaRPr lang="en-US" altLang="zh-CN"/>
            </a:p>
          </p:txBody>
        </p:sp>
        <p:sp>
          <p:nvSpPr>
            <p:cNvPr id="23" name="矩形 22"/>
            <p:cNvSpPr/>
            <p:nvPr/>
          </p:nvSpPr>
          <p:spPr>
            <a:xfrm>
              <a:off x="14363" y="2911"/>
              <a:ext cx="257" cy="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14615" y="2911"/>
              <a:ext cx="257" cy="54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rcRect b="58731"/>
          <a:stretch>
            <a:fillRect/>
          </a:stretch>
        </p:blipFill>
        <p:spPr>
          <a:xfrm>
            <a:off x="6773545" y="2629535"/>
            <a:ext cx="1412240" cy="637540"/>
          </a:xfrm>
          <a:prstGeom prst="rect">
            <a:avLst/>
          </a:prstGeom>
        </p:spPr>
      </p:pic>
      <p:cxnSp>
        <p:nvCxnSpPr>
          <p:cNvPr id="38" name="直接连接符 37"/>
          <p:cNvCxnSpPr/>
          <p:nvPr/>
        </p:nvCxnSpPr>
        <p:spPr>
          <a:xfrm>
            <a:off x="2527300" y="2755900"/>
            <a:ext cx="2019300" cy="190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715000" y="2813050"/>
            <a:ext cx="1206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8108950" y="2774950"/>
            <a:ext cx="1492250" cy="12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2933700" y="1649095"/>
            <a:ext cx="37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+mj-ea"/>
              <a:buNone/>
            </a:pPr>
            <a:r>
              <a:rPr lang="en-US" altLang="zh-CN">
                <a:latin typeface="Calibri" panose="020F0502020204030204" charset="0"/>
              </a:rPr>
              <a:t>①</a:t>
            </a:r>
            <a:endParaRPr lang="en-US" altLang="zh-CN">
              <a:latin typeface="Calibri" panose="020F050202020403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049520" y="1649095"/>
            <a:ext cx="42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panose="020F0502020204030204" charset="0"/>
              </a:rPr>
              <a:t>②</a:t>
            </a:r>
            <a:endParaRPr lang="zh-CN" altLang="en-US">
              <a:latin typeface="Calibri" panose="020F05020202040302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682615" y="2387600"/>
            <a:ext cx="77914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③</a:t>
            </a:r>
            <a:r>
              <a:rPr lang="en-US" altLang="zh-CN">
                <a:latin typeface="Calibri" panose="020F0502020204030204" charset="0"/>
              </a:rPr>
              <a:t> INT</a:t>
            </a:r>
            <a:endParaRPr lang="en-US" altLang="zh-CN">
              <a:latin typeface="Calibri" panose="020F0502020204030204" charset="0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 flipV="1">
            <a:off x="5443855" y="2287905"/>
            <a:ext cx="584835" cy="325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7372985" y="164909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268970" y="2372360"/>
            <a:ext cx="7956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⑤ </a:t>
            </a:r>
            <a:r>
              <a:rPr lang="en-US" altLang="zh-CN">
                <a:latin typeface="Calibri" panose="020F0502020204030204" charset="0"/>
              </a:rPr>
              <a:t>INT</a:t>
            </a:r>
            <a:endParaRPr lang="en-US" altLang="zh-CN">
              <a:latin typeface="Calibri" panose="020F0502020204030204" charset="0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V="1">
            <a:off x="8030210" y="2272665"/>
            <a:ext cx="584835" cy="325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7967345" y="3584575"/>
            <a:ext cx="1398270" cy="347980"/>
            <a:chOff x="12669" y="2911"/>
            <a:chExt cx="2202" cy="548"/>
          </a:xfrm>
        </p:grpSpPr>
        <p:sp>
          <p:nvSpPr>
            <p:cNvPr id="53" name="矩形 52"/>
            <p:cNvSpPr/>
            <p:nvPr/>
          </p:nvSpPr>
          <p:spPr>
            <a:xfrm>
              <a:off x="12669" y="2917"/>
              <a:ext cx="1691" cy="53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/>
                <a:t>pkt</a:t>
              </a:r>
              <a:endParaRPr lang="en-US" altLang="zh-CN"/>
            </a:p>
          </p:txBody>
        </p:sp>
        <p:sp>
          <p:nvSpPr>
            <p:cNvPr id="54" name="矩形 53"/>
            <p:cNvSpPr/>
            <p:nvPr/>
          </p:nvSpPr>
          <p:spPr>
            <a:xfrm>
              <a:off x="14363" y="2911"/>
              <a:ext cx="257" cy="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14615" y="2911"/>
              <a:ext cx="257" cy="54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56" name="直接箭头连接符 55"/>
          <p:cNvCxnSpPr/>
          <p:nvPr/>
        </p:nvCxnSpPr>
        <p:spPr>
          <a:xfrm flipH="1" flipV="1">
            <a:off x="3158490" y="3731895"/>
            <a:ext cx="4740910" cy="22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5895340" y="338137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44220" y="4192905"/>
            <a:ext cx="9711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</a:t>
            </a:r>
            <a:r>
              <a:rPr lang="zh-CN" altLang="en-US"/>
              <a:t>（</a:t>
            </a:r>
            <a:r>
              <a:rPr lang="en-US" altLang="zh-CN"/>
              <a:t>in-network telemetry</a:t>
            </a:r>
            <a:r>
              <a:rPr lang="zh-CN" altLang="en-US"/>
              <a:t>，内网遥测技术），需要路径上网卡和交换机均参与计算。</a:t>
            </a:r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599440" y="5169535"/>
            <a:ext cx="1163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测量参数：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740535" y="5524500"/>
            <a:ext cx="66141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每一跳的处理延迟（定位异常设备）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当前队列深度（拥塞控制）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出口链路瞬时利用率（计算全局最优路径）速率分配，参数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6466205" y="5183505"/>
            <a:ext cx="3125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更加精细化拥塞控制，甚至获取全局最优路径</a:t>
            </a:r>
            <a:endParaRPr lang="zh-CN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2430" y="156210"/>
            <a:ext cx="5290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800"/>
              <a:t>创新的方向</a:t>
            </a:r>
            <a:endParaRPr lang="zh-CN" sz="2800"/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474980" y="751840"/>
            <a:ext cx="6487160" cy="3619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55015" y="923290"/>
            <a:ext cx="9384030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b="1">
                <a:solidFill>
                  <a:schemeClr val="accent1"/>
                </a:solidFill>
              </a:rPr>
              <a:t>“</a:t>
            </a:r>
            <a:r>
              <a:rPr lang="zh-CN" altLang="en-US" b="1">
                <a:solidFill>
                  <a:schemeClr val="accent1"/>
                </a:solidFill>
              </a:rPr>
              <a:t>预测</a:t>
            </a:r>
            <a:r>
              <a:rPr lang="en-US" altLang="zh-CN" b="1">
                <a:solidFill>
                  <a:schemeClr val="accent1"/>
                </a:solidFill>
              </a:rPr>
              <a:t>+</a:t>
            </a:r>
            <a:r>
              <a:rPr lang="zh-CN" altLang="en-US" b="1">
                <a:solidFill>
                  <a:schemeClr val="accent1"/>
                </a:solidFill>
              </a:rPr>
              <a:t>控速</a:t>
            </a:r>
            <a:r>
              <a:rPr lang="en-US" altLang="zh-CN" b="1">
                <a:solidFill>
                  <a:schemeClr val="accent1"/>
                </a:solidFill>
              </a:rPr>
              <a:t>”</a:t>
            </a:r>
            <a:r>
              <a:rPr lang="zh-CN" altLang="en-US" b="1">
                <a:solidFill>
                  <a:schemeClr val="accent1"/>
                </a:solidFill>
              </a:rPr>
              <a:t>和</a:t>
            </a:r>
            <a:r>
              <a:rPr lang="en-US" altLang="zh-CN" b="1">
                <a:solidFill>
                  <a:schemeClr val="accent1"/>
                </a:solidFill>
              </a:rPr>
              <a:t>“</a:t>
            </a:r>
            <a:r>
              <a:rPr lang="zh-CN" altLang="en-US" b="1">
                <a:solidFill>
                  <a:schemeClr val="accent1"/>
                </a:solidFill>
              </a:rPr>
              <a:t>改变数据传输方式</a:t>
            </a:r>
            <a:r>
              <a:rPr lang="en-US" altLang="zh-CN" b="1">
                <a:solidFill>
                  <a:schemeClr val="accent1"/>
                </a:solidFill>
              </a:rPr>
              <a:t>”</a:t>
            </a:r>
            <a:r>
              <a:rPr lang="zh-CN" altLang="en-US" b="1">
                <a:solidFill>
                  <a:schemeClr val="accent1"/>
                </a:solidFill>
              </a:rPr>
              <a:t>相结合</a:t>
            </a:r>
            <a:endParaRPr lang="zh-CN" altLang="en-US" b="1">
              <a:solidFill>
                <a:schemeClr val="accent1"/>
              </a:solidFill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2995" y="1412240"/>
            <a:ext cx="7110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>
                <a:sym typeface="+mn-ea"/>
              </a:rPr>
              <a:t>在普通情况下只使用简单的控速，特殊情况下使用改变传输方式，在满足用户要求的情况下尽量减少资源消耗。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2015" y="2176145"/>
            <a:ext cx="9384030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b="1">
                <a:solidFill>
                  <a:schemeClr val="accent1"/>
                </a:solidFill>
              </a:rPr>
              <a:t>怎样解决</a:t>
            </a:r>
            <a:r>
              <a:rPr lang="en-US" altLang="zh-CN" b="1">
                <a:solidFill>
                  <a:schemeClr val="accent1"/>
                </a:solidFill>
              </a:rPr>
              <a:t>“</a:t>
            </a:r>
            <a:r>
              <a:rPr lang="zh-CN" altLang="en-US" b="1">
                <a:solidFill>
                  <a:schemeClr val="accent1"/>
                </a:solidFill>
              </a:rPr>
              <a:t>改变数据传输方式</a:t>
            </a:r>
            <a:r>
              <a:rPr lang="en-US" altLang="zh-CN" b="1">
                <a:solidFill>
                  <a:schemeClr val="accent1"/>
                </a:solidFill>
              </a:rPr>
              <a:t>”</a:t>
            </a:r>
            <a:r>
              <a:rPr lang="zh-CN" altLang="en-US" b="1">
                <a:solidFill>
                  <a:schemeClr val="accent1"/>
                </a:solidFill>
              </a:rPr>
              <a:t>的不兼容性</a:t>
            </a:r>
            <a:endParaRPr lang="zh-CN" altLang="en-US" b="1">
              <a:solidFill>
                <a:schemeClr val="accent1"/>
              </a:solidFill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43965" y="2626995"/>
            <a:ext cx="7444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因为存在改变了网卡及改变了链路层协议问题，这类方案存在不兼容性，如何对其进行扩展，使其更适应于当前网络环境。（例如</a:t>
            </a:r>
            <a:r>
              <a:rPr lang="en-US" altLang="zh-CN"/>
              <a:t>SRNIC</a:t>
            </a:r>
            <a:r>
              <a:rPr lang="zh-CN" altLang="en-US"/>
              <a:t>在商用</a:t>
            </a:r>
            <a:r>
              <a:rPr lang="en-US" altLang="zh-CN"/>
              <a:t>RoCE v2</a:t>
            </a:r>
            <a:r>
              <a:rPr lang="zh-CN" altLang="en-US"/>
              <a:t>网卡上扩展了</a:t>
            </a:r>
            <a:r>
              <a:rPr lang="en-US" altLang="zh-CN"/>
              <a:t>IRN</a:t>
            </a:r>
            <a:r>
              <a:rPr lang="zh-CN" altLang="en-US"/>
              <a:t>）。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92430" y="3926840"/>
            <a:ext cx="9384030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zh-CN" altLang="en-US" b="1">
                <a:solidFill>
                  <a:schemeClr val="accent1"/>
                </a:solidFill>
              </a:rPr>
              <a:t>个性化定制流量的优先级，以及实现控流公平性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3965" y="4276090"/>
            <a:ext cx="87471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数据中心和广域网流量竞争，要进行拥塞区分，如</a:t>
            </a:r>
            <a:r>
              <a:rPr lang="en-US" altLang="zh-CN"/>
              <a:t>Annulus</a:t>
            </a:r>
            <a:r>
              <a:rPr lang="zh-CN" altLang="en-US"/>
              <a:t>。是否还存在数据中心和其他网络的流量竞争？对于有流量优先级限制，如使用</a:t>
            </a:r>
            <a:r>
              <a:rPr lang="en-US" altLang="zh-CN"/>
              <a:t>PFC</a:t>
            </a:r>
            <a:r>
              <a:rPr lang="zh-CN" altLang="en-US"/>
              <a:t>，怎么维持流量公平性，或者怎么探测不公平流量问题。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82015" y="5497830"/>
            <a:ext cx="5740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怎么实现</a:t>
            </a:r>
            <a:r>
              <a:rPr lang="en-US" altLang="zh-CN">
                <a:solidFill>
                  <a:schemeClr val="accent1"/>
                </a:solidFill>
              </a:rPr>
              <a:t>RDMA</a:t>
            </a:r>
            <a:r>
              <a:rPr lang="zh-CN" altLang="en-US">
                <a:solidFill>
                  <a:schemeClr val="accent1"/>
                </a:solidFill>
              </a:rPr>
              <a:t>高效丢包恢复，不使用</a:t>
            </a:r>
            <a:r>
              <a:rPr lang="en-US" altLang="zh-CN">
                <a:solidFill>
                  <a:schemeClr val="accent1"/>
                </a:solidFill>
              </a:rPr>
              <a:t>Go-back-N</a:t>
            </a:r>
            <a:r>
              <a:rPr lang="zh-CN" altLang="en-US">
                <a:solidFill>
                  <a:schemeClr val="accent1"/>
                </a:solidFill>
              </a:rPr>
              <a:t>。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如何打破交换机缓存限制，支持超高并发连接。。。。</a:t>
            </a:r>
            <a:endParaRPr lang="en-US" altLang="zh-CN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2299</Words>
  <Application>WPS 演示</Application>
  <PresentationFormat>宽屏</PresentationFormat>
  <Paragraphs>250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14</cp:revision>
  <dcterms:created xsi:type="dcterms:W3CDTF">2023-08-09T12:44:00Z</dcterms:created>
  <dcterms:modified xsi:type="dcterms:W3CDTF">2025-07-04T01:17:22Z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02F4D41C59CD4DB0A87C86796BB04CD7_12</vt:lpwstr>
  </property>
</Properties>
</file>